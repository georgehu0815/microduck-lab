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后空翻：辅助起跳→PPO 落地→预训练站立策略接管
用例：通过三阶段仿真后空翻讲解控制器职责归属、迁移学习、PPO 诊断和证据边界。辅助器负责起跳能量和旋转，训练后的 PPO actor策略网络仅负责落地窗口，预训练站立策略负责最后的稳定站立。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用例：通过三阶段仿真后空翻讲解控制器职责归属、迁移学习、PPO 诊断和证据边界。辅助器负责起跳能量和旋转，训练后的 PPO actor策略网络仅负责落地窗口，预训练站立策略负责最后的稳定站立。
学习目标：描述场景，解释观测到动作的映射和奖励，追踪一次 PPO 更新，运行有限预算实验，并用证据支撑评估结论。
这不是无辅助的学习后空翻。仿真器中的辅助器提供了大量起跳能量和旋转。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1/2
采用 XML 位置伺服器、以 50 Hz 控制的 Microduck MuJoCo 模型
microduck/policies/alpha_stand.onnx 既是 actor策略网络和观测归一化器的精确来源，也是落地后的站立控制器
rlx/rlx/environments/backflip.py 用于辅助起跳、仅落地奖励、阶段指标和接管逻辑
rlx/rlx/environments/backflip_evaluation.py 用于独立的物理验收门槛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2/2
rlx/rlx/models/backflip_bootstrap.py 用于精确教师迁移、一致性检查、奖励校准和 critic价值网络拟合
rlx/examples/ppo_microduck_studio.py 和 scripts/train-backflip.sh 用于训练、评估、渲染和导出
rlx/runs/studio/backflip/backflip-e2e-20260908-v5/ 是保留的训练运行
rlx/artifacts/backflip-e2e-20260908-v5/ 包含独立审计、图表、逐种子数组和来源信息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1/3
仅限仿真。协议 spotter-launch-landing-stand-v2 在起跳期间使用显式 MuJoCo 广义外力；它不会瞬移机器人。
控制契约：float32 观测形状为 61，动作形状为 14，频率为 50 Hz。动作是按固定伺服器顺序排列的 14 个关节目标偏移量。
观测索引 0:3 为躯干角速度；3:6 为投影重力；6:20 为关节位置偏移量；20:34 为滞后一个控制步的关节速度；34:48 为上一个原始动作；48:51 为 twist 命令；51:55 为头部命令；55:61 为身体命令。
落地 actor策略网络不会收到额外的阶段、相位、世界位置、偏航角、起跳力或接触通道。组合控制器代码知道当前阶段，但 PPO actor策略网络仍只接收标准的 61 个值。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2/3
起跳持续时间为 1.2 s。俯仰目标终止于 5.3 rad，目标速率为 5 rad/s；目标高度升至 0.32 m，并在释放前朝 0.22 m 降低。
起跳增益和限幅为：俯仰 kp 1.5、俯仰 kd 0.24、俯仰扭矩上限 1.3 Nm、垂直 kp 90、垂直 kd 8.5、垂直力上限 15 N、横向阻尼 3，以及滚转/偏航阻尼 0.1。
释放时必须至少达到 5.3 rad，且向后角速度在 3.5 和 6.5 rad/s 之间。释放时清除所有外力和外部扭矩。
接管要求计入的旋转至少为 5.8 rad，并有连续 10 个稳定的 PPO 样本：双脚均受支撑、无非足部支撑、直立投影至少为 0.9、躯干高度至少为 0.105 m、陀螺仪范数低于 sqrt(2) rad/s，且没有辅助器帮助。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3/3
接管后，alpha_stand.onnx 必须维持最后连续 100 个稳定样本，相当于 2 s（频率为 50 Hz）。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场景：地面 + 辅助器起跳
02 / 初始化：先验策略 + 校准
03 / PPO：训练落地阶段
04 / 接管：预训练站立策略
05 / 验证：不瞬移；逐阶段设门槛
06 / 证据：辅助结果，而非无辅助后空翻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1/3
从不变的 61 观测/14 动作契约开始，并标明落地 actor策略网络实际能够观测哪些信号。
加载 alpha_stand.onnx，并在迁移前验证其 512-256-128 ELU actor策略网络结构、61 个输入、14 个输出和观测归一化器。
收集 16 个教师落地 episode回合，每个 episode回合 600 步，从辅助释放状态生成 9,600 个校准样本。
精确复制教师 actor策略网络和归一化器，要求动作一致性误差低于 1e-4，并冻结观测归一化。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2/3
仅拟合新建的 critic价值网络，训练 10 轮，使用 Adam，学习率为 3e-4；在此校准期间保持迁移的 actor策略网络不变。
每个训练 episode回合都通过辅助起跳重置，然后将释放时的观测交给 PPO。辅助准备步骤不计入 PPO 转移次数，并获得零 PPO 奖励。
仅训练落地 actor策略网络。PPO 数据收集期间不要运行站立策略覆盖。
使用确定性动作评估完整的三阶段控制器，并独立重建接管前的连续稳定记录。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3/3
移除站立策略接管后运行仅落地审计，使 PPO actor策略网络必须自行保持最后 100 个样本。
在配对种子上将最终 actor策略网络与精确初始化器和零动作对照进行比较；不要根据展示成功推断发生了学习。
渲染带阶段标签的 MP4 和接触表，然后在使用视频片段前验证策略、站立策略、评估和媒体哈希。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1/2
名称：landing_upright | 权重：3 | 符号：奖励 | 定义：clip((1 - projected_gravity_z) / 2, 0, 1) | 范围：仅 PPO 落地阶段
名称：landing_pose | 权重：2 | 符号：奖励 | 定义：landing_upright 乘以等权 0.60-rad 和 0.15-rad 高斯姿态核的均值 | 范围：仅 PPO 落地阶段
名称：landing_settle | 权重：1 | 符号：奖励 | 定义：landing_upright 乘以姿态分数，再乘以 exp(-sum(gyro squared) / 2) | 范围：仅 PPO 落地阶段
名称：landing_joint_speed_penalty | 权重：0.05 | 符号：惩罚 | 定义：-mean(min(joint_velocity squared / 100, 1)) | 范围：仅 PPO 落地阶段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2/2
名称：landing_action_rate_penalty | 权重：0.02 | 符号：惩罚 | 定义：-mean(min((action - previous_action) squared, 1)) | 范围：仅 PPO 落地阶段
名称：landing_action_size_penalty | 权重：0.01 | 符号：惩罚 | 定义：-mean(min(action squared / 16, 1)) | 范围：仅 PPO 落地阶段
名称：total_reward | 权重：null | 符号：有界总和 | 定义：3*landing_upright + 2*landing_pose + landing_settle + 0.05*landing_joint_speed_penalty + 0.02*landing_action_rate_penalty + 0.01*landing_action_size_penalty；范围从 -0.08 到 6 | 范围：辅助起跳和预训练站立策略接管期间，每个分量均为零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配置：transition_budget | 值：401408 | 详情：196 个完整批次，每批 16 个环境 x 128 步；不包括辅助重置准备
配置：ppo_batch | 值：16 个环境，每个环境 128 步，4 个小批次，2 轮更新
配置：optimizer | 值：Adam 学习率 3e-6，最大梯度范数 0.5，新建 PPO 优化器
配置：discount_and_objective | 值：gamma 0.99，GAE广义优势估计 lambda 0.95，裁剪系数 0.2，启用裁剪价值损失，价值系数 1.0，启用优势归一化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配置：探索 | 取值：初始动作标准差 0.03，熵系数 0
配置：normalization | 值：冻结迁移的观测归一化；启用奖励归一化，并在教师校准后冻结；校准后的折扣回报标准差为 147.2994092878347
配置：episode_and_randomization | 值：12 s episode回合，种子 7，XML 执行器，虚拟向量后端，关闭域随机化，关闭观测噪声，关闭动作延迟，关闭随机偏航角
配置：telemetry_fields | 值：phase；env_steps；steps；seconds；optimizer_steps；mean_loss；policy_loss；value_loss；entropy；approximate_kl；clip_fraction；explained_variance；mean_reward；mean_raw_return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动手命令：检查、冒烟测试、训练  ·  1/2
工作目录：duck-viewer
npm run dev
在 API 复现驱动程序之前启动 Studio 服务。
工作目录：duck-viewer
node scripts/rlx-dance-api-e2e.mjs --execute --experiment backflip --run backflip-reproduction-001 --profile full --recipe-json ../docs/backflip-showcase/recipe.json --report ../.restart-lab/backflip-reproduction-001.json
使用新的运行名称，执行文档所述的完整 Studio 训练、评估、渲染和导出流程。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动手命令：检查、冒烟测试、训练  ·  2/2
工作目录：.
rlx/.venv-microduck/bin/python rlx/scripts/audit_backflip.py --run rlx/runs/studio/backflip/backflip-reproduction-001 --output rlx/artifacts/backflip-reproduction-001 --seeds 101,102,103,104,105,106,107,108
运行配对的展示、仅落地、初始化器、站立和零动作审计。
工作目录：duck-viewer
BACKFLIP_RUN=backflip-e2e-20260908-v5 node scripts/verify-backflip-studio.mjs
无需重新训练，验证保留的 V5 Studio 卡片、指导内容、评估面板、绑定来源的视频和响应式布局。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图表来源：rlx/runs/studio/backflip/backflip-e2e-20260908-v5/training-metrics.jsonl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图表来源：rlx/runs/studio/backflip/backflip-e2e-20260908-v5/training-metrics.jsonl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图表来源：rlx/runs/studio/backflip/backflip-e2e-20260908-v5/training-metrics.jsonl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1/3
approximate_kl：首次 0.04450 → 最终 0.004050；最小值 0.001318，最大值 0.04450；记录了 196 个样本。
clip_fraction：首次 0.2825 → 最终 0.04956；最小值 0.004150，最大值 0.2825；记录了 196 个样本。
entropy：首次 -29.23 → 最终 -29.23；最小值 -29.23，最大值 -29.23；记录了 196 个样本。
explained_variance：首次 0.6132 → 最终 0.9215；最小值 -0.8016，最大值 0.9343；记录了 196 个样本。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2/3
mean_loss：首次 0.001169 → 最终 -0.003597；最小值 -0.01114，最大值 0.007229；记录了 196 个样本。
mean_raw_return：首次 3411 → 最终 2976；最小值 2976，最大值 3411；记录了 41 个样本。
mean_reward：首次 0.03612 → 最终 0.03421；最小值 0.03213，最大值 0.03926；记录了 196 个样本。
policy_loss：首次 -0.0009842 → 最终 -0.003618；最小值 -0.01235，最大值 0.005976；记录了 196 个样本。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3/3
value_loss：首次 0.002153 → 最终 0.00002170；最小值 0.00001931，最大值 0.002153；记录了 196 个样本。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1/3
冒烟测试配置仅是四次转移的流水线检查，不是技能证据。
要求确定性评估报告每个完整的请求 episode回合；拒绝不完整、非有限值、释放后仍受辅助、不满足支撑条件或失败的种子。
分别检查 600 步三阶段门槛和 600 步仅落地门槛。
在认可 PPO 落地行为前，确认 assist_after_release_steps 为零。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2/3
确认接管时旋转至少为 5.8 rad，且接管前 PPO 连续稳定记录达到 10 个样本。
确认仅落地的最后 100 个样本满足物理稳定性阈值；仅陀螺仪读数低并不充分。
逐个种子比较最终策略与初始化器的原始落地回报，并在固定动作噪声下重复评估，然后才能声称 PPO 有所改进。
检查 rollout MP4 和接触表中的空中旋转、落地接触、控制器阶段标签和最终稳定站立。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3/3
验证 ONNX 61-to-14 契约和 PyTorch/ONNX 动作一致性，以及策略和站立策略的哈希来源。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事实：保留的 V5 默认三阶段评估通过了 16 个，共 16 个完整的 600 步展示 episode回合。 | 来源：rlx/runs/studio/backflip/backflip-e2e-20260908-v5/evaluation.json
事实：独立审计通过了 8 个，共 8 个展示 episode回合，使用种子 801-808。 | 来源：rlx/artifacts/backflip-e2e-20260908-v5/report.md
事实：移除站立策略接管后，最终 PPO actor策略网络通过了 7 个，共 8 个仅落地 episode回合；种子 808 未能保持最后全部 100 个样本。 | 来源：rlx/artifacts/backflip-e2e-20260908-v5/report.md
事实：配对的仅落地平均原始回报从初始化器的 3409.02 退化到最终 actor策略网络的 2978.57，差值为 -430.449 或 -12.63 百分比；有 0 个种子改善，共 8 个。 | 来源：rlx/artifacts/backflip-e2e-20260908-v5/report.md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事实：零动作通过了 0 个，共 8 个仅落地 episode回合，尽管最终陀螺仪读数接近零；平均最终高度约为 0.0316 m，直立投影约为 0.1351。 | 来源：rlx/artifacts/backflip-e2e-20260908-v5/report.md
事实：最终和初始化 ONNX 一致性的最大绝对动作误差为 9.53674e-07，且 61-input/14-output 契约通过。 | 来源：rlx/artifacts/backflip-e2e-20260908-v5/report.md
事实：第一次 PPO 更新记录了 mean_loss 0.0011691017134580761、policy_loss -0.0009841816499829292、value_loss 0.002153283334337175、approximate_kl 0.04449799966823775 和 clip_fraction 0.282470703125。 | 来源：rlx/runs/studio/backflip/backflip-e2e-20260908-v5/training-metrics.jsonl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事实：env_steps 401408 时的最终 PPO 更新记录了 mean_loss -0.0035966151881439146、policy_loss -0.003618316142819822、value_loss 0.000021701008108720998、approximate_kl 0.004050072617246769、clip_fraction 0.049560546875 和 explained_variance 0.9215395247283621。 | 来源：rlx/runs/studio/backflip/backflip-e2e-20260908-v5/training-metrics.jsonl
事实：辅助展示通过了物理门槛，但扩展审计结论为 FAIL，因为 PPO 改进和所有种子独立落地成功这两项均不成立。 | 来源：rlx/artifacts/backflip-e2e-20260908-v5/audit.json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来源：rlx/runs/studio/backflip/backflip-e2e-20260908-v5/render/ep0.mp4
嵌入视频逐字节复制，未重新生成或加速。单个视频不等于多随机种子评估。PowerPoint 播放需要点击；如果其他演示软件不能解码嵌入媒体，请使用本地播放器打开附带的 MP4。
这不是无辅助的学习后空翻。仿真器中的辅助器提供了大量起跳能量和旋转。
最终站立不由 PPO 负责；alpha_stand.onnx 仅在 PPO 落地门槛通过后接管。
精确教师迁移意味着落地能力并非从零开始学习。
V5 物理展示成功不能证明 PPO 有所改善；配对的仅落地回报出现退化，且一个独立落地种子失败。
奖励可以为直立的空中姿态评分；触地和支撑由单独的物理门槛强制检查。
保留的运行关闭了随机化、噪声、延迟和随机 yaw。
导出的 backflip.onnx 只是落地阶段的 actor策略网络，不是完整控制器，也不代表获得硬件部署许可。
没有任何结果能够证明真机安全性、执行器可行性或仿真到现实的鲁棒性。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这不是无辅助的学习后空翻。仿真器中的辅助器提供了大量起跳能量和旋转。
最终站立不由 PPO 负责；alpha_stand.onnx 仅在 PPO 落地门槛通过后接管。
精确教师迁移意味着落地能力并非从零开始学习。
V5 物理展示成功不能证明 PPO 有所改善；配对的仅落地回报出现退化，且一个独立落地种子失败。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奖励可以为直立的空中姿态评分；触地和支撑由单独的物理门槛强制检查。
保留的运行关闭了随机化、噪声、延迟和随机 yaw。
导出的 backflip.onnx 只是落地阶段的 actor策略网络，不是完整控制器，也不代表获得硬件部署许可。
没有任何结果能够证明真机安全性、执行器可行性或仿真到现实的鲁棒性。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1/3
绘制三列时间线，将每个起跳、落地和站立动作分别归属于辅助器、PPO actor策略网络或预训练站立策略。
使用观测表，识别哪些奖励输入可由 actor策略网络观测，哪些验收检查属于评估器的特权信号。
计算 PPO 批大小、每次更新的优化器步骤数，以及 401,408 次转移中完整更新的次数。
根据六个项的权重重新计算奖励的上界和下界。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2/3
比较第一次和最后一次更新的字段，然后解释为什么更小的损失或 KL 不能证明落地表现更好。
使用审计表计算一个种子的配对百分比变化，并与汇总的 -12.63 百分比结果比较。
检查 ep0.mp4，并列出能够区分辅助起跳、PPO 落地和站立策略接管的视觉证据。
设计固定噪声的配对评估，保持物理门槛不变，并检验后继策略是否改善了初始化器。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3/3
写一句有证据支持的结论，再写一句属于过度声称的结论。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microduck_local/AGENTS.md
docs/student-book/microduck-lab-student-book.md
docs/backflip-showcase/REPORT.md
docs/backflip-showcase/recipe.json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docs/backflip-showcase/REPORT.md
docs/backflip-showcase/recipe.json
docs/backflip-showcase/lifecycle.svg
rlx/rlx/environments/backflip.py
rlx/rlx/environments/backflip_evaluation.py
rlx/rlx/models/backflip_bootstrap.py
rlx/examples/ppo_microduck_studio.py
rlx/rlx/algorithms/ppo.py
scripts/train-backflip.sh
rlx/runs/studio/backflip/backflip-e2e-20260908-v5/backflip.safetensors.json
rlx/runs/studio/backflip/backflip-e2e-20260908-v5/evaluation.json
rlx/runs/studio/backflip/backflip-e2e-20260908-v5/render/evidence.json
rlx/runs/studio/backflip/backflip-e2e-20260908-v5/training-metrics.jsonl
rlx/artifacts/backflip-e2e-20260908-v5/audit.json
rlx/artifacts/backflip-e2e-20260908-v5/report.md
rlx/artifacts/backflip-e2e-20260908-v5/provenance.json
PPO 教学参考资料：
docs/microduck-training-student-book/chapters/02a-ppo-code-lab.md
docs/microduck-training-student-book/chapters/02b-gae-workshop.md
scripts/scenarios/README.md
README.md
证据版本：2026-09-11。完整的原始记录指标收录在 raw/backflip/ 下。有关可准确复制的命令和详细案例证据，请参阅配套教师指南和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3-1.mp4"/><Relationship Id="rId2" Type="http://schemas.microsoft.com/office/2007/relationships/media" Target="../media/media-33-1.mp4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05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辅助后空翻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后空翻：辅助起跳→PPO 落地→预训练站立策略接管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backflip/rollout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spc="10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用例：通过三阶段仿真后空翻讲解控制器职责归属、迁移学习、PPO 诊断和证据边界。辅助器负责起跳能量和旋转，训练后的 PPO actor策略网络仅负责落地窗口，预训练站立策略负责最后的稳定站立。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这不是无辅助的学习后空翻。仿真器中的辅助器提供了大量起跳能量和旋转。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 XML 位置伺服器、以 50 Hz 控制的 Microduck MuJoCo 模型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microduck/policies/alpha_stand.onnx 既是 actor策略网络和观测归一化器的精确来源，也是落地后的站立控制器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rlx/rlx/environments/backflip.py 用于辅助起跳、仅落地奖励、阶段指标和接管逻辑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rlx/rlx/environments/backflip_evaluation.py 用于独立的物理验收门槛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rlx/rlx/models/backflip_bootstrap.py 用于精确教师迁移、一致性检查、奖励校准和 critic价值网络拟合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rlx/examples/ppo_microduck_studio.py 和 scripts/train-backflip.sh 用于训练、评估、渲染和导出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rlx/runs/studio/backflip/backflip-e2e-20260908-v5/ 是保留的训练运行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rlx/artifacts/backflip-e2e-20260908-v5/ 包含独立审计、图表、逐种子数组和来源信息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仅限仿真。协议 spotter-launch-landing-stand-v2 在起跳期间使用显式 MuJoCo 广义外力；它不会瞬移机器人。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控制契约：float32 观测形状为 61，动作形状为 14，频率为 50 Hz。动作是按固定伺服器顺序排列的 14 个关节目标偏移量。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观测索引 0:3 为躯干角速度；3:6 为投影重力；6:20 为关节位置偏移量；20:34 为滞后一个控制步的关节速度；34:48 为上一个原始动作；48:51 为 twist 命令；51:55 为头部命令；55:61 为身体命令。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 actor策略网络不会收到额外的阶段、相位、世界位置、偏航角、起跳力或接触通道。组合控制器代码知道当前阶段，但 PPO actor策略网络仍只接收标准的 61 个值。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起跳持续时间为 1.2 s。俯仰目标终止于 5.3 rad，目标速率为 5 rad/s；目标高度升至 0.32 m，并在释放前朝 0.22 m 降低。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起跳增益和限幅为：俯仰 kp 1.5、俯仰 kd 0.24、俯仰扭矩上限 1.3 Nm、垂直 kp 90、垂直 kd 8.5、垂直力上限 15 N、横向阻尼 3，以及滚转/偏航阻尼 0.1。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释放时必须至少达到 5.3 rad，且向后角速度在 3.5 和 6.5 rad/s 之间。释放时清除所有外力和外部扭矩。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接管要求计入的旋转至少为 5.8 rad，并有连续 10 个稳定的 PPO 样本：双脚均受支撑、无非足部支撑、直立投影至少为 0.9、躯干高度至少为 0.105 m、陀螺仪范数低于 sqrt(2) rad/s，且没有辅助器帮助。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接管后，alpha_stand.onnx 必须维持最后连续 100 个稳定样本，相当于 2 s（频率为 50 Hz）。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场景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地面 + 辅助器起跳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初始化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先验策略 + 校准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PPO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训练落地阶段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接管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预训练站立策略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不瞬移；逐阶段设门槛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辅助结果，而非无辅助后空翻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从不变的 61 观测/14 动作契约开始，并标明落地 actor策略网络实际能够观测哪些信号。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加载 alpha_stand.onnx，并在迁移前验证其 512-256-128 ELU actor策略网络结构、61 个输入、14 个输出和观测归一化器。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 16 个教师落地 episode回合，每个 episode回合 600 步，从辅助释放状态生成 9,600 个校准样本。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精确复制教师 actor策略网络和归一化器，要求动作一致性误差低于 1e-4，并冻结观测归一化。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仅拟合新建的 critic价值网络，训练 10 轮，使用 Adam，学习率为 3e-4；在此校准期间保持迁移的 actor策略网络不变。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每个训练 episode回合都通过辅助起跳重置，然后将释放时的观测交给 PPO。辅助准备步骤不计入 PPO 转移次数，并获得零 PPO 奖励。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仅训练落地 actor策略网络。PPO 数据收集期间不要运行站立策略覆盖。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使用确定性动作评估完整的三阶段控制器，并独立重建接管前的连续稳定记录。</a:t>
            </a:r>
            <a:endParaRPr lang="en-US" sz="2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移除站立策略接管后运行仅落地审计，使 PPO actor策略网络必须自行保持最后 100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在配对种子上将最终 actor策略网络与精确初始化器和零动作对照进行比较；不要根据展示成功推断发生了学习。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渲染带阶段标签的 MP4 和接触表，然后在使用视频片段前验证策略、站立策略、评估和媒体哈希。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似然比 ratio = πnew(a | o) / πold(a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名称：landing_upright | 权重：3 | 符号：奖励 | 定义：clip((1 - projected_gravity_z) / 2, 0, 1) | 范围：仅 PPO 落地阶段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名称：landing_pose | 权重：2 | 符号：奖励 | 定义：landing_upright 乘以等权 0.60-rad 和 0.15-rad 高斯姿态核的均值 | 范围：仅 PPO 落地阶段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名称：landing_settle | 权重：1 | 符号：奖励 | 定义：landing_upright 乘以姿态分数，再乘以 exp(-sum(gyro squared) / 2) | 范围：仅 PPO 落地阶段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名称：landing_joint_speed_penalty | 权重：0.05 | 符号：惩罚 | 定义：-mean(min(joint_velocity squared / 100, 1)) | 范围：仅 PPO 落地阶段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名称：landing_action_rate_penalty | 权重：0.02 | 符号：惩罚 | 定义：-mean(min((action - previous_action) squared, 1)) | 范围：仅 PPO 落地阶段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名称：landing_action_size_penalty | 权重：0.01 | 符号：惩罚 | 定义：-mean(min(action squared / 16, 1)) | 范围：仅 PPO 落地阶段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名称：total_reward | 权重：null | 符号：有界总和 | 定义：3*landing_upright + 2*landing_pose + landing_settle + 0.05*landing_joint_speed_penalty + 0.02*landing_action_rate_penalty + 0.01*landing_action_size_penalty；范围从 -0.08 到 6 | 范围：辅助起跳和预训练站立策略接管期间，每个分量均为零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配置：transition_budget | 值：401408 | 详情：196 个完整批次，每批 16 个环境 x 128 步；不包括辅助重置准备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配置：ppo_batch | 值：16 个环境，每个环境 128 步，4 个小批次，2 轮更新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配置：optimizer | 值：Adam 学习率 3e-6，最大梯度范数 0.5，新建 PPO 优化器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配置：discount_and_objective | 值：gamma 0.99，GAE广义优势估计 lambda 0.95，裁剪系数 0.2，启用裁剪价值损失，价值系数 1.0，启用优势归一化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配置：探索 | 取值：初始动作标准差 0.03，熵系数 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配置：normalization | 值：冻结迁移的观测归一化；启用奖励归一化，并在教师校准后冻结；校准后的折扣回报标准差为 147.2994092878347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配置：episode_and_randomization | 值：12 s episode回合，种子 7，XML 执行器，虚拟向量后端，关闭域随机化，关闭观测噪声，关闭动作延迟，关闭随机偏航角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配置：telemetry_fields | 值：phase；env_steps；steps；seconds；optimizer_steps；mean_loss；policy_loss；value_loss；entropy；approximate_kl；clip_fraction；explained_variance；mean_reward；mean_raw_return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可复制命令也收录于教师指南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动手命令：检查、冒烟测试、训练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工作目录：duck-viewer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npm run dev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 API 复现驱动程序之前启动 Studio 服务。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工作目录：duck-viewer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node scripts/rlx-dance-api-e2e.mjs --execute --experiment backflip --run backflip-reproduction-001 --profile full --recipe-json ../docs/backflip-showcase/recipe.json --report ../.restart-lab/backflip-reproduction-001.json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使用新的运行名称，执行文档所述的完整 Studio 训练、评估、渲染和导出流程。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可复制命令也收录于教师指南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动手命令：检查、冒烟测试、训练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rlx/scripts/audit_backflip.py --run rlx/runs/studio/backflip/backflip-reproduction-001 --output rlx/artifacts/backflip-reproduction-001 --seeds 101,102,103,104,105,106,107,108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运行配对的展示、仅落地、初始化器、站立和零动作审计。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工作目录：duck-viewer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BACKFLIP_RUN=backflip-e2e-20260908-v5 node scripts/verify-backflip-studio.mjs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无需重新训练，验证保留的 V5 Studio 卡片、指导内容、评估面板、绑定来源的视频和响应式布局。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ckflip/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ckflip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ckflip/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approximate_kl：首次 0.04450 → 最终 0.004050；最小值 0.001318，最大值 0.04450；记录了 196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clip_fraction：首次 0.2825 → 最终 0.04956；最小值 0.004150，最大值 0.2825；记录了 196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entropy：首次 -29.23 → 最终 -29.23；最小值 -29.23，最大值 -29.23；记录了 196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explained_variance：首次 0.6132 → 最终 0.9215；最小值 -0.8016，最大值 0.9343；记录了 196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mean_loss：首次 0.001169 → 最终 -0.003597；最小值 -0.01114，最大值 0.007229；记录了 196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mean_raw_return：首次 3411 → 最终 2976；最小值 2976，最大值 3411；记录了 41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mean_reward：首次 0.03612 → 最终 0.03421；最小值 0.03213，最大值 0.03926；记录了 196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policy_loss：首次 -0.0009842 → 最终 -0.003618；最小值 -0.01235，最大值 0.005976；记录了 196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value_loss：首次 0.002153 → 最终 0.00002170；最小值 0.00001931，最大值 0.002153；记录了 196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冒烟测试配置仅是四次转移的流水线检查，不是技能证据。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要求确定性评估报告每个完整的请求 episode回合；拒绝不完整、非有限值、释放后仍受辅助、不满足支撑条件或失败的种子。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分别检查 600 步三阶段门槛和 600 步仅落地门槛。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在认可 PPO 落地行为前，确认 assist_after_release_steps 为零。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确认接管时旋转至少为 5.8 rad，且接管前 PPO 连续稳定记录达到 10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确认仅落地的最后 100 个样本满足物理稳定性阈值；仅陀螺仪读数低并不充分。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逐个种子比较最终策略与初始化器的原始落地回报，并在固定动作噪声下重复评估，然后才能声称 PPO 有所改进。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 rollout MP4 和接触表中的空中旋转、落地接触、控制器阶段标签和最终稳定站立。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 ONNX 61-to-14 契约和 PyTorch/ONNX 动作一致性，以及策略和站立策略的哈希来源。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已保存的结果——不是新的训练运行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事实：保留的 V5 默认三阶段评估通过了 16 个，共 16 个完整的 600 步展示 episode回合。 | 来源：rlx/runs/studio/backflip/backflip-e2e-20260908-v5/evaluation.json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事实：独立审计通过了 8 个，共 8 个展示 episode回合，使用种子 801-808。 | 来源：rlx/artifacts/backflip-e2e-20260908-v5/report.md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事实：移除站立策略接管后，最终 PPO actor策略网络通过了 7 个，共 8 个仅落地 episode回合；种子 808 未能保持最后全部 100 个样本。 | 来源：rlx/artifacts/backflip-e2e-20260908-v5/report.md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事实：配对的仅落地平均原始回报从初始化器的 3409.02 退化到最终 actor策略网络的 2978.57，差值为 -430.449 或 -12.63 百分比；有 0 个种子改善，共 8 个。 | 来源：rlx/artifacts/backflip-e2e-20260908-v5/report.md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已保存的结果——不是新的训练运行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事实：零动作通过了 0 个，共 8 个仅落地 episode回合，尽管最终陀螺仪读数接近零；平均最终高度约为 0.0316 m，直立投影约为 0.1351。 | 来源：rlx/artifacts/backflip-e2e-20260908-v5/report.md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事实：最终和初始化 ONNX 一致性的最大绝对动作误差为 9.53674e-07，且 61-input/14-output 契约通过。 | 来源：rlx/artifacts/backflip-e2e-20260908-v5/report.md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事实：第一次 PPO 更新记录了 mean_loss 0.0011691017134580761、policy_loss -0.0009841816499829292、value_loss 0.002153283334337175、approximate_kl 0.04449799966823775 和 clip_fraction 0.282470703125。 | 来源：rlx/runs/studio/backflip/backflip-e2e-20260908-v5/training-metrics.jsonl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已保存的结果——不是新的训练运行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事实：env_steps 401408 时的最终 PPO 更新记录了 mean_loss -0.0035966151881439146、policy_loss -0.003618316142819822、value_loss 0.000021701008108720998、approximate_kl 0.004050072617246769、clip_fraction 0.049560546875 和 explained_variance 0.9215395247283621。 | 来源：rlx/runs/studio/backflip/backflip-e2e-20260908-v5/training-metrics.jsonl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事实：辅助展示通过了物理门槛，但扩展审计结论为 FAIL，因为 PPO 改进和所有种子独立落地成功这两项均不成立。 | 来源：rlx/artifacts/backflip-e2e-20260908-v5/audit.json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 12.0 s MP4  •  在 PowerPoint 幻灯片放映中单击  •  备用：videos/backflip-rollout.mp4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这不是无辅助的学习后空翻。仿真器中的辅助器提供了大量起跳能量和旋转。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最终站立不由 PPO 负责；alpha_stand.onnx 仅在 PPO 落地门槛通过后接管。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精确教师迁移意味着落地能力并非从零开始学习。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V5 物理展示成功不能证明 PPO 有所改善；配对的仅落地回报出现退化，且一个独立落地种子失败。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奖励可以为直立的空中姿态评分；触地和支撑由单独的物理门槛强制检查。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保留的运行关闭了随机化、噪声、延迟和随机 yaw。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导出的 backflip.onnx 只是落地阶段的 actor策略网络，不是完整控制器，也不代表获得硬件部署许可。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没有任何结果能够证明真机安全性、执行器可行性或仿真到现实的鲁棒性。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建议练习——非实测结果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绘制三列时间线，将每个起跳、落地和站立动作分别归属于辅助器、PPO actor策略网络或预训练站立策略。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使用观测表，识别哪些奖励输入可由 actor策略网络观测，哪些验收检查属于评估器的特权信号。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PPO 批大小、每次更新的优化器步骤数，以及 401,408 次转移中完整更新的次数。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根据六个项的权重重新计算奖励的上界和下界。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建议练习——非实测结果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比较第一次和最后一次更新的字段，然后解释为什么更小的损失或 KL 不能证明落地表现更好。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使用审计表计算一个种子的配对百分比变化，并与汇总的 -12.63 百分比结果比较。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 ep0.mp4，并列出能够区分辅助起跳、PPO 落地和站立策略接管的视觉证据。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设计固定噪声的配对评估，保持物理门槛不变，并检验后继策略是否改善了初始化器。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建议练习——非实测结果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写一句有证据支持的结论，再写一句属于过度声称的结论。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docs/student-book/microduck-lab-student-book.md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docs/backflip-showcase/REPORT.md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docs/backflip-showcase/recipe.json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后空翻：辅助起跳→PPO 落地→预训练站立策略接管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课堂：辅助后空翻（简体中文）</dc:title>
  <dc:subject>基于仓库证据的 PPO 机器人训练：准备、环境、奖励、验证与结果</dc:subject>
  <dc:creator>Microduck Lab 课堂教材</dc:creator>
  <cp:lastModifiedBy>Microduck Lab classroom materials</cp:lastModifiedBy>
  <cp:revision>1</cp:revision>
  <dcterms:created xsi:type="dcterms:W3CDTF">2026-09-11T20:37:21Z</dcterms:created>
  <dcterms:modified xsi:type="dcterms:W3CDTF">2026-09-11T20:37:21Z</dcterms:modified>
</cp:coreProperties>
</file>