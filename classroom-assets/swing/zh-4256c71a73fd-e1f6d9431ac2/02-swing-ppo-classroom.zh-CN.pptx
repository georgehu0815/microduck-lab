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秋千：教师辅助习得与 PPO 优化
用例：讲解探索缺口、特权教师标注、仅基于观测的行为克隆、DAgger、严格的物理检查点选择，以及谨慎的 PPO 优化。
首先说明：搭建仿真训练流程，不等于策略已经掌握技能。封面图片截取自本案例的真实仿真轨迹视频，并非生成式插画。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README.md
rlx/README.md
scripts/train-swing.sh
scripts/scenarios/README.md
docs/microduck-training-student-book/chapters/07-swing.md
docs/microduck-training-student-book/REPRODUCTION.md
docs/remaining-scenarios-e2e/REPORT.md
docs/remaining-scenarios-e2e/recipes/swing.json
docs/remaining-scenarios-e2e/recipes/swing-teacher.json
rlx/scripts/bootstrap_swing_e2e.py
rlx/rlx/environments/microduck_recipes.py
rlx/rlx/environments/swing_evaluation.py
rlx/runs/studio/swing/swing-e2e-20260907-v3/swing.safetensors.json
rlx/runs/studio/swing/swing-e2e-20260907-v3/evaluation.json
rlx/runs/studio/swing/swing-e2e-20260907-v3/render/evidence.json
rlx/artifacts/scenarios-e2e-20260907/swing-v3-audit/audit.json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raw/swing/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你将构建什么？现有证据说明了什么？
用例：讲解探索缺口、特权教师标注、仅基于观测的行为克隆、DAgger、严格的物理检查点选择，以及谨慎的 PPO 优化。
学习目标：描述场景，解释观测到动作的映射和奖励，追踪一次 PPO 更新，运行有限预算实验，并用证据支撑评估结论。
大幅度行为是通过特权教师标签、BC 和 DAgger 获得的；并非由全新 PPO 发现。
适用范围：本地 MuJoCo 仿真。请勿将课堂产物直接部署到实体机器人；硬件迁移需要独立且经过验证的流程。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README.md
rlx/README.md
scripts/train-swing.sh
scripts/scenarios/README.md
docs/microduck-training-student-book/chapters/07-swing.md
docs/microduck-training-student-book/REPRODUCTION.md
docs/remaining-scenarios-e2e/REPORT.md
docs/remaining-scenarios-e2e/recipes/swing.json
docs/remaining-scenarios-e2e/recipes/swing-teacher.json
rlx/scripts/bootstrap_swing_e2e.py
rlx/rlx/environments/microduck_recipes.py
rlx/rlx/environments/swing_evaluation.py
rlx/runs/studio/swing/swing-e2e-20260907-v3/swing.safetensors.json
rlx/runs/studio/swing/swing-e2e-20260907-v3/evaluation.json
rlx/runs/studio/swing/swing-e2e-20260907-v3/render/evidence.json
rlx/artifacts/scenarios-e2e-20260907/swing-v3-audit/audit.json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raw/swing/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材料与准备条件  ·  1/2
配备已安装的 RLX 环境、MLX、MuJoCo、ONNX、ONNX Runtime、渲染依赖项和 Node 的 Apple Silicon Mac。
受跟踪的教师定义：docs/remaining-scenarios-e2e/recipes/swing-teacher.json。
秋千模拟器资产：保留的座椅、绑带、卡扣、缓冲器、框架、锚点、附件和两条柔顺肌腱。
引导工具：rlx/scripts/bootstrap_swing_e2e.py；PPO/评估/导出工具：rlx/examples/ppo_microduck_studio.py。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README.md
rlx/README.md
scripts/train-swing.sh
scripts/scenarios/README.md
docs/microduck-training-student-book/chapters/07-swing.md
docs/microduck-training-student-book/REPRODUCTION.md
docs/remaining-scenarios-e2e/REPORT.md
docs/remaining-scenarios-e2e/recipes/swing.json
docs/remaining-scenarios-e2e/recipes/swing-teacher.json
rlx/scripts/bootstrap_swing_e2e.py
rlx/rlx/environments/microduck_recipes.py
rlx/rlx/environments/swing_evaluation.py
rlx/runs/studio/swing/swing-e2e-20260907-v3/swing.safetensors.json
rlx/runs/studio/swing/swing-e2e-20260907-v3/evaluation.json
rlx/runs/studio/swing/swing-e2e-20260907-v3/render/evidence.json
rlx/artifacts/scenarios-e2e-20260907/swing-v3-audit/audit.json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raw/swing/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材料与准备条件  ·  2/2
已保存引导来源信息、演示数据、所选初始化器、PPO 检查点、sidecar、ONNX 策略网络（Actor）、审计轨迹和 MP4。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README.md
rlx/README.md
scripts/train-swing.sh
scripts/scenarios/README.md
docs/microduck-training-student-book/chapters/07-swing.md
docs/microduck-training-student-book/REPRODUCTION.md
docs/remaining-scenarios-e2e/REPORT.md
docs/remaining-scenarios-e2e/recipes/swing.json
docs/remaining-scenarios-e2e/recipes/swing-teacher.json
rlx/scripts/bootstrap_swing_e2e.py
rlx/rlx/environments/microduck_recipes.py
rlx/rlx/environments/swing_evaluation.py
rlx/runs/studio/swing/swing-e2e-20260907-v3/swing.safetensors.json
rlx/runs/studio/swing/swing-e2e-20260907-v3/evaluation.json
rlx/runs/studio/swing/swing-e2e-20260907-v3/render/evidence.json
rlx/artifacts/scenarios-e2e-20260907/swing-v3-audit/audit.json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raw/swing/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环境与策略接口约定  ·  1/2
50 Hz 下的标称 XML MuJoCo 秋千；通过的评估从角度 0 deg、角速度 0 rad/s 开始，运行 1,200 步或 24 秒。
观测保持为 float32 batch x 61；部署的策略网络（Actor）输入不会附加特权秋千角度或角速度。
秋千命令槽为 twist 48:51 = (0, body-y-axis-x, body-y-axis-z)；头部和身体命令块为零。
策略网络（Actor）输出 14 个值；封装器将其裁剪至 [-1,1]，投影到矢状面对称空间，并将目标设为 SEATED_POSE + 0.7 x projected action。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README.md
rlx/README.md
scripts/train-swing.sh
scripts/scenarios/README.md
docs/microduck-training-student-book/chapters/07-swing.md
docs/microduck-training-student-book/REPRODUCTION.md
docs/remaining-scenarios-e2e/REPORT.md
docs/remaining-scenarios-e2e/recipes/swing.json
docs/remaining-scenarios-e2e/recipes/swing-teacher.json
rlx/scripts/bootstrap_swing_e2e.py
rlx/rlx/environments/microduck_recipes.py
rlx/rlx/environments/swing_evaluation.py
rlx/runs/studio/swing/swing-e2e-20260907-v3/swing.safetensors.json
rlx/runs/studio/swing/swing-e2e-20260907-v3/evaluation.json
rlx/runs/studio/swing/swing-e2e-20260907-v3/render/evidence.json
rlx/artifacts/scenarios-e2e-20260907/swing-v3-audit/audit.json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raw/swing/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环境与策略接口约定  ·  2/2
偏航/横滚动作索引 0,1,7,8,9,10 被置零；腿部俯仰/膝/踝关节对大小相等、方向相反；颈部和头部俯仰保持独立。
所选运行禁用了域随机化、观测噪声、动作延迟、随机偏航和辅助评估起始状态。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README.md
rlx/README.md
scripts/train-swing.sh
scripts/scenarios/README.md
docs/microduck-training-student-book/chapters/07-swing.md
docs/microduck-training-student-book/REPRODUCTION.md
docs/remaining-scenarios-e2e/REPORT.md
docs/remaining-scenarios-e2e/recipes/swing.json
docs/remaining-scenarios-e2e/recipes/swing-teacher.json
rlx/scripts/bootstrap_swing_e2e.py
rlx/rlx/environments/microduck_recipes.py
rlx/rlx/environments/swing_evaluation.py
rlx/runs/studio/swing/swing-e2e-20260907-v3/swing.safetensors.json
rlx/runs/studio/swing/swing-e2e-20260907-v3/evaluation.json
rlx/runs/studio/swing/swing-e2e-20260907-v3/render/evidence.json
rlx/artifacts/scenarios-e2e-20260907/swing-v3-audit/audit.json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raw/swing/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本案例的构建流程
01 / 材料：座椅 + 摆锤场景
02 / 教师：收集模拟器标签
03 / 初始化：蒸馏教师动作
04 / PPO：优化学生策略
05 / 验证：无教师；匹配对照
06 / 证据：幅度 + 完整视频
这是用于解释流程的示意图，不是实测学习曲线。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README.md
rlx/README.md
scripts/train-swing.sh
scripts/scenarios/README.md
docs/microduck-training-student-book/chapters/07-swing.md
docs/microduck-training-student-book/REPRODUCTION.md
docs/remaining-scenarios-e2e/REPORT.md
docs/remaining-scenarios-e2e/recipes/swing.json
docs/remaining-scenarios-e2e/recipes/swing-teacher.json
rlx/scripts/bootstrap_swing_e2e.py
rlx/rlx/environments/microduck_recipes.py
rlx/rlx/environments/swing_evaluation.py
rlx/runs/studio/swing/swing-e2e-20260907-v3/swing.safetensors.json
rlx/runs/studio/swing/swing-e2e-20260907-v3/evaluation.json
rlx/runs/studio/swing/swing-e2e-20260907-v3/render/evidence.json
rlx/artifacts/scenarios-e2e-20260907/swing-v3-audit/audit.json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raw/swing/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逐步构建本案例  ·  1/2
使用有界特权教师，在四组角度/角速度重置边界下收集八个 1,200 步回合，得到 9,600 行带标签数据。
使用传感器块方差下限，根据最初的 9,600 个观测冻结观测归一化。
通过行为克隆训练策略网络（Actor）均值，然后在学习器访问的状态上，使用学生动作和教师标签运行 DAgger。
对每个 BC/DAgger 阶段进行物理评估；选择阶段 3 是因为它通过了评估，而不是因为其监督损失最低。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README.md
rlx/README.md
scripts/train-swing.sh
scripts/scenarios/README.md
docs/microduck-training-student-book/chapters/07-swing.md
docs/microduck-training-student-book/REPRODUCTION.md
docs/remaining-scenarios-e2e/REPORT.md
docs/remaining-scenarios-e2e/recipes/swing.json
docs/remaining-scenarios-e2e/recipes/swing-teacher.json
rlx/scripts/bootstrap_swing_e2e.py
rlx/rlx/environments/microduck_recipes.py
rlx/rlx/environments/swing_evaluation.py
rlx/runs/studio/swing/swing-e2e-20260907-v3/swing.safetensors.json
rlx/runs/studio/swing/swing-e2e-20260907-v3/evaluation.json
rlx/runs/studio/swing/swing-e2e-20260907-v3/render/evidence.json
rlx/artifacts/scenarios-e2e-20260907/swing-v3-audit/audit.json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raw/swing/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逐步构建本案例  ·  2/2
将所选检查点和 sidecar 复制到全新的 Studio 运行中；保留随机价值网络（Critic），并声明教师辅助和 ppo_steps 0。
使用 524,288 次 PPO 转移、冻结的观测归一化、全新的 Adam 状态和奖励归一化来优化策略网络（Actor）和价值网络（Critic）。
导出确定性 ONNX，运行严格的静止起始评估，审计已训练/初始/零动作/随机动作对照，并验证完整视频。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README.md
rlx/README.md
scripts/train-swing.sh
scripts/scenarios/README.md
docs/microduck-training-student-book/chapters/07-swing.md
docs/microduck-training-student-book/REPRODUCTION.md
docs/remaining-scenarios-e2e/REPORT.md
docs/remaining-scenarios-e2e/recipes/swing.json
docs/remaining-scenarios-e2e/recipes/swing-teacher.json
rlx/scripts/bootstrap_swing_e2e.py
rlx/rlx/environments/microduck_recipes.py
rlx/rlx/environments/swing_evaluation.py
rlx/runs/studio/swing/swing-e2e-20260907-v3/swing.safetensors.json
rlx/runs/studio/swing/swing-e2e-20260907-v3/evaluation.json
rlx/runs/studio/swing/swing-e2e-20260907-v3/render/evidence.json
rlx/artifacts/scenarios-e2e-20260907/swing-v3-audit/audit.json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raw/swing/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PPO 裁剪代理目标
这是教学公式，不是已保存实验的测量值。优化器最小化负的策略代理目标，并加入具体实现定义的价值与熵项。PPO 裁剪并不构成 KL 的硬性上限，应监控 KL 和裁剪比例。策略损失或高斯分布熵为负，不一定表示错误。不同场景的奖励单位和优化器约定可能不同。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README.md
rlx/README.md
scripts/train-swing.sh
scripts/scenarios/README.md
docs/microduck-training-student-book/chapters/07-swing.md
docs/microduck-training-student-book/REPRODUCTION.md
docs/remaining-scenarios-e2e/REPORT.md
docs/remaining-scenarios-e2e/recipes/swing.json
docs/remaining-scenarios-e2e/recipes/swing-teacher.json
rlx/scripts/bootstrap_swing_e2e.py
rlx/rlx/environments/microduck_recipes.py
rlx/rlx/environments/swing_evaluation.py
rlx/runs/studio/swing/swing-e2e-20260907-v3/swing.safetensors.json
rlx/runs/studio/swing/swing-e2e-20260907-v3/evaluation.json
rlx/runs/studio/swing/swing-e2e-20260907-v3/render/evidence.json
rlx/artifacts/scenarios-e2e-20260907/swing-v3-audit/audit.json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raw/swing/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沿着一次轨迹采样，理解学习器的处理过程
使用当前随机策略采集观测、采样动作、旧策略对数概率、价值估计、奖励以及回合边界标记。
计算时序差分残差和广义优势估计（GAE）。真正终止时，后续价值为零；超时截断时，可以使用保存的最终观测进行价值自举。
在重置边界切断优势递推。不得使用下一回合的初始观测，对上一回合的超时状态进行价值自举。
重复使用同一批数据进行 PPO 小批次更新，再采集新的同策略数据。评估时导出确定性策略网络及其观测变换。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README.md
rlx/README.md
scripts/train-swing.sh
scripts/scenarios/README.md
docs/microduck-training-student-book/chapters/07-swing.md
docs/microduck-training-student-book/REPRODUCTION.md
docs/remaining-scenarios-e2e/REPORT.md
docs/remaining-scenarios-e2e/recipes/swing.json
docs/remaining-scenarios-e2e/recipes/swing-teacher.json
rlx/scripts/bootstrap_swing_e2e.py
rlx/rlx/environments/microduck_recipes.py
rlx/rlx/environments/swing_evaluation.py
rlx/runs/studio/swing/swing-e2e-20260907-v3/swing.safetensors.json
rlx/runs/studio/swing/swing-e2e-20260907-v3/evaluation.json
rlx/runs/studio/swing/swing-e2e-20260907-v3/render/evidence.json
rlx/artifacts/scenarios-e2e-20260907/swing-v3-audit/audit.json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raw/swing/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纸笔练习：计算样本数与裁剪目标
教学算例，并非本次实验：16 个环境 × 128 步 = 每次采样得到 2,048 条新转移。四轮优化重复使用这些转移，并不会产生 8,192 条新样本。
当 ε = 0.2、ratio = 1.4、A = +2 时：min(2.8, 2.4) = 2.4。在求平均和加入其他损失项之前，被最小化的策略项为 −2.4。
保持相同的 ratio，令 A = −2：min(−2.8, −2.4) = −2.8。请解释：优势符号改变后，裁剪为何呈现不对称效果？
在仓库根目录运行：python3 docs/microduck-training-student-book/learning_lab.py --gae。这是确定性的算术练习，不会训练新策略。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README.md
rlx/README.md
scripts/train-swing.sh
scripts/scenarios/README.md
docs/microduck-training-student-book/chapters/07-swing.md
docs/microduck-training-student-book/REPRODUCTION.md
docs/remaining-scenarios-e2e/REPORT.md
docs/remaining-scenarios-e2e/recipes/swing.json
docs/remaining-scenarios-e2e/recipes/swing-teacher.json
rlx/scripts/bootstrap_swing_e2e.py
rlx/rlx/environments/microduck_recipes.py
rlx/rlx/environments/swing_evaluation.py
rlx/runs/studio/swing/swing-e2e-20260907-v3/swing.safetensors.json
rlx/runs/studio/swing/swing-e2e-20260907-v3/evaluation.json
rlx/runs/studio/swing/swing-e2e-20260907-v3/render/evidence.json
rlx/artifacts/scenarios-e2e-20260907/swing-v3-audit/audit.json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raw/swing/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奖励设计：智能体因何获得奖励？  ·  1/2
swing_peak_progress 224：仅当达到新的正向或负向角度前沿时，才给予有界增量奖励。
swing_height 8、swing_late_height 24 和 swing_energy 0.5 奖励相对于重置基线的有效高度和机械能增益。
swing_lateral_penalty 3、lateral_barrier 8、lateral_velocity 3 和 out_of_plane 1 惩罚非矢状面运动。
swing_alignment_penalty 18 和 alignment_barrier 4 惩罚座椅/绳索几何结构未对齐。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README.md
rlx/README.md
scripts/train-swing.sh
scripts/scenarios/README.md
docs/microduck-training-student-book/chapters/07-swing.md
docs/microduck-training-student-book/REPRODUCTION.md
docs/remaining-scenarios-e2e/REPORT.md
docs/remaining-scenarios-e2e/recipes/swing.json
docs/remaining-scenarios-e2e/recipes/swing-teacher.json
rlx/scripts/bootstrap_swing_e2e.py
rlx/rlx/environments/microduck_recipes.py
rlx/rlx/environments/swing_evaluation.py
rlx/runs/studio/swing/swing-e2e-20260907-v3/swing.safetensors.json
rlx/runs/studio/swing/swing-e2e-20260907-v3/evaluation.json
rlx/runs/studio/swing/swing-e2e-20260907-v3/render/evidence.json
rlx/artifacts/scenarios-e2e-20260907/swing-v3-audit/audit.json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raw/swing/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奖励设计：智能体因何获得奖励？  ·  2/2
string_slack_penalty 8 和 string_extension_penalty 12 保护声明的肌腱长度区间。
invalid_episode_penalty 10、action_rate_penalty 0.03、joint_torque_penalty 0.001 和 joint_limit_penalty 1 均已启用。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README.md
rlx/README.md
scripts/train-swing.sh
scripts/scenarios/README.md
docs/microduck-training-student-book/chapters/07-swing.md
docs/microduck-training-student-book/REPRODUCTION.md
docs/remaining-scenarios-e2e/REPORT.md
docs/remaining-scenarios-e2e/recipes/swing.json
docs/remaining-scenarios-e2e/recipes/swing-teacher.json
rlx/scripts/bootstrap_swing_e2e.py
rlx/rlx/environments/microduck_recipes.py
rlx/rlx/environments/swing_evaluation.py
rlx/runs/studio/swing/swing-e2e-20260907-v3/swing.safetensors.json
rlx/runs/studio/swing/swing-e2e-20260907-v3/evaluation.json
rlx/runs/studio/swing/swing-e2e-20260907-v3/render/evidence.json
rlx/artifacts/scenarios-e2e-20260907/swing-v3-audit/audit.json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raw/swing/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已记录的训练配置  ·  1/2
所选初始化器：BC 加同策略 DAgger，阶段 3，38,400 行教师标注数据，严格通过，teacher_samples 38,400，ppo_steps 0。
最终演示数据归档有 57,600 行，因为阶段 3 之后仍继续收集；它并非所选检查点的训练集。
PPO：seed 7，524,288 次转移，16 个 fork 环境，每个环境 256 步，每次 rollout 4,096 次转移，共 128 个 rollout/更新周期。
四个小批次 x 两个 epoch 得到每个小批次 1,024 行，每次 rollout 8 个优化器步骤，总计 1,024 个优化器步骤。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README.md
rlx/README.md
scripts/train-swing.sh
scripts/scenarios/README.md
docs/microduck-training-student-book/chapters/07-swing.md
docs/microduck-training-student-book/REPRODUCTION.md
docs/remaining-scenarios-e2e/REPORT.md
docs/remaining-scenarios-e2e/recipes/swing.json
docs/remaining-scenarios-e2e/recipes/swing-teacher.json
rlx/scripts/bootstrap_swing_e2e.py
rlx/rlx/environments/microduck_recipes.py
rlx/rlx/environments/swing_evaluation.py
rlx/runs/studio/swing/swing-e2e-20260907-v3/swing.safetensors.json
rlx/runs/studio/swing/swing-e2e-20260907-v3/evaluation.json
rlx/runs/studio/swing/swing-e2e-20260907-v3/render/evidence.json
rlx/artifacts/scenarios-e2e-20260907/swing-v3-audit/audit.json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raw/swing/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已记录的训练配置  ·  2/2
学习率 0.000003；gamma 0.995；广义优势估计（GAE）lambda 0.98；clip 0.05；价值系数 1；熵系数 0；最大梯度范数 0.5。
初始标准差 0.1 通过模仿过程序列化；PPO 使用全新的 Adam 优化器，并冻结观测统计数据更新。
更新日志字段：phase、steps、seconds、optimizer_steps、mean_loss、policy_loss、value_loss、entropy、approximate_kl、clip_fraction、explained_variance、env_steps。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README.md
rlx/README.md
scripts/train-swing.sh
scripts/scenarios/README.md
docs/microduck-training-student-book/chapters/07-swing.md
docs/microduck-training-student-book/REPRODUCTION.md
docs/remaining-scenarios-e2e/REPORT.md
docs/remaining-scenarios-e2e/recipes/swing.json
docs/remaining-scenarios-e2e/recipes/swing-teacher.json
rlx/scripts/bootstrap_swing_e2e.py
rlx/rlx/environments/microduck_recipes.py
rlx/rlx/environments/swing_evaluation.py
rlx/runs/studio/swing/swing-e2e-20260907-v3/swing.safetensors.json
rlx/runs/studio/swing/swing-e2e-20260907-v3/evaluation.json
rlx/runs/studio/swing/swing-e2e-20260907-v3/render/evidence.json
rlx/artifacts/scenarios-e2e-20260907/swing-v3-audit/audit.json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raw/swing/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实操命令：检查、冒烟测试与训练  ·  1/3
工作目录：.
./scripts/train-swing.sh --dry-run
在不训练的情况下检查完整的教师初始化和 PPO 流水线。
工作目录：.
./scripts/train-swing.sh
运行独立的 Full Swing 引导、PPO、导出、评估和渲染流水线。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README.md
rlx/README.md
scripts/train-swing.sh
scripts/scenarios/README.md
docs/microduck-training-student-book/chapters/07-swing.md
docs/microduck-training-student-book/REPRODUCTION.md
docs/remaining-scenarios-e2e/REPORT.md
docs/remaining-scenarios-e2e/recipes/swing.json
docs/remaining-scenarios-e2e/recipes/swing-teacher.json
rlx/scripts/bootstrap_swing_e2e.py
rlx/rlx/environments/microduck_recipes.py
rlx/rlx/environments/swing_evaluation.py
rlx/runs/studio/swing/swing-e2e-20260907-v3/swing.safetensors.json
rlx/runs/studio/swing/swing-e2e-20260907-v3/evaluation.json
rlx/runs/studio/swing/swing-e2e-20260907-v3/render/evidence.json
rlx/artifacts/scenarios-e2e-20260907/swing-v3-audit/audit.json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raw/swing/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实操命令：检查、冒烟测试与训练  ·  2/3
工作目录：.
rlx/.venv-microduck/bin/python rlx/scripts/bootstrap_swing_e2e.py --source docs/remaining-scenarios-e2e/recipes/swing-teacher.json --output /tmp/swing-bootstrap-reproduction-YYYYMMDD-HHMMSS
创建教师辅助初始化器；一致地替换时间戳标记。
工作目录：.
rlx/.venv-microduck/bin/python rlx/scripts/audit_scenarios.py --recipe-json docs/remaining-scenarios-e2e/recipes/swing.json --run rlx/runs/studio/swing/swing-reproduction-YYYYMMDD-HHMMSS --output rlx/artifacts/scenarios-e2e-20260907/swing-reproduction-YYYYMMDD-HHMMSS-audit --seeds 501 502 503 504 505 --render
使用五个确定性 seed 审计已完成的 Swing 复现。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README.md
rlx/README.md
scripts/train-swing.sh
scripts/scenarios/README.md
docs/microduck-training-student-book/chapters/07-swing.md
docs/microduck-training-student-book/REPRODUCTION.md
docs/remaining-scenarios-e2e/REPORT.md
docs/remaining-scenarios-e2e/recipes/swing.json
docs/remaining-scenarios-e2e/recipes/swing-teacher.json
rlx/scripts/bootstrap_swing_e2e.py
rlx/rlx/environments/microduck_recipes.py
rlx/rlx/environments/swing_evaluation.py
rlx/runs/studio/swing/swing-e2e-20260907-v3/swing.safetensors.json
rlx/runs/studio/swing/swing-e2e-20260907-v3/evaluation.json
rlx/runs/studio/swing/swing-e2e-20260907-v3/render/evidence.json
rlx/artifacts/scenarios-e2e-20260907/swing-v3-audit/audit.json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raw/swing/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实操命令：检查、冒烟测试与训练  ·  3/3
工作目录：.
jq '{selected_stage, samples, normalizer_frozen_sample_count, limitations}' /tmp/swing-bootstrap-reproduction-YYYYMMDD-HHMMSS/provenance.json
检查所选引导阶段、样本数、冻结的归一化器和声明的限制。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README.md
rlx/README.md
scripts/train-swing.sh
scripts/scenarios/README.md
docs/microduck-training-student-book/chapters/07-swing.md
docs/microduck-training-student-book/REPRODUCTION.md
docs/remaining-scenarios-e2e/REPORT.md
docs/remaining-scenarios-e2e/recipes/swing.json
docs/remaining-scenarios-e2e/recipes/swing-teacher.json
rlx/scripts/bootstrap_swing_e2e.py
rlx/rlx/environments/microduck_recipes.py
rlx/rlx/environments/swing_evaluation.py
rlx/runs/studio/swing/swing-e2e-20260907-v3/swing.safetensors.json
rlx/runs/studio/swing/swing-e2e-20260907-v3/evaluation.json
rlx/runs/studio/swing/swing-e2e-20260907-v3/render/evidence.json
rlx/artifacts/scenarios-e2e-20260907/swing-v3-audit/audit.json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raw/swing/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奖励：日志信号与真正的任务目标一致吗？
图表来源：rlx/runs/studio/swing/swing-e2e-20260907-v3/training-metrics.jsonl
训练奖励是优化信号，不是验收标准。完整记录字段见 raw/&lt;case&gt;/。
曲线展示未经平滑处理的原始记录。缺失表示日志未提供该字段。各奖励定义不同：mean_raw_return 为回合回报，mean_reward 为采集阶段的单步平均奖励，绘画的 mean_rollout_reward 为轨迹采样的单步平均奖励。请勿跨场景比较数值尺度。缺失指标不做插值，也不宣称进行了新实验。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README.md
rlx/README.md
scripts/train-swing.sh
scripts/scenarios/README.md
docs/microduck-training-student-book/chapters/07-swing.md
docs/microduck-training-student-book/REPRODUCTION.md
docs/remaining-scenarios-e2e/REPORT.md
docs/remaining-scenarios-e2e/recipes/swing.json
docs/remaining-scenarios-e2e/recipes/swing-teacher.json
rlx/scripts/bootstrap_swing_e2e.py
rlx/rlx/environments/microduck_recipes.py
rlx/rlx/environments/swing_evaluation.py
rlx/runs/studio/swing/swing-e2e-20260907-v3/swing.safetensors.json
rlx/runs/studio/swing/swing-e2e-20260907-v3/evaluation.json
rlx/runs/studio/swing/swing-e2e-20260907-v3/render/evidence.json
rlx/artifacts/scenarios-e2e-20260907/swing-v3-audit/audit.json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raw/swing/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损失：观察策略、价值估计与策略漂移
图表来源：rlx/runs/studio/swing/swing-e2e-20260907-v3/training-metrics.jsonl
损失更低，不等于机器人技能更好。损失的符号和数值尺度取决于具体实现。
曲线展示未经平滑处理的原始记录。缺失表示日志未提供该字段。各奖励定义不同：mean_raw_return 为回合回报，mean_reward 为采集阶段的单步平均奖励，绘画的 mean_rollout_reward 为轨迹采样的单步平均奖励。请勿跨场景比较数值尺度。缺失指标不做插值，也不宣称进行了新实验。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README.md
rlx/README.md
scripts/train-swing.sh
scripts/scenarios/README.md
docs/microduck-training-student-book/chapters/07-swing.md
docs/microduck-training-student-book/REPRODUCTION.md
docs/remaining-scenarios-e2e/REPORT.md
docs/remaining-scenarios-e2e/recipes/swing.json
docs/remaining-scenarios-e2e/recipes/swing-teacher.json
rlx/scripts/bootstrap_swing_e2e.py
rlx/rlx/environments/microduck_recipes.py
rlx/rlx/environments/swing_evaluation.py
rlx/runs/studio/swing/swing-e2e-20260907-v3/swing.safetensors.json
rlx/runs/studio/swing/swing-e2e-20260907-v3/evaluation.json
rlx/runs/studio/swing/swing-e2e-20260907-v3/render/evidence.json
rlx/artifacts/scenarios-e2e-20260907/swing-v3-audit/audit.json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raw/swing/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诊断：优化器的行为正常吗？
图表来源：rlx/runs/studio/swing/swing-e2e-20260907-v3/training-metrics.jsonl
熵、裁剪比例、解释方差和耗时都是诊断指标，不能单独构成通过或失败的证明。
曲线展示未经平滑处理的原始记录。缺失表示日志未提供该字段。各奖励定义不同：mean_raw_return 为回合回报，mean_reward 为采集阶段的单步平均奖励，绘画的 mean_rollout_reward 为轨迹采样的单步平均奖励。请勿跨场景比较数值尺度。缺失指标不做插值，也不宣称进行了新实验。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README.md
rlx/README.md
scripts/train-swing.sh
scripts/scenarios/README.md
docs/microduck-training-student-book/chapters/07-swing.md
docs/microduck-training-student-book/REPRODUCTION.md
docs/remaining-scenarios-e2e/REPORT.md
docs/remaining-scenarios-e2e/recipes/swing.json
docs/remaining-scenarios-e2e/recipes/swing-teacher.json
rlx/scripts/bootstrap_swing_e2e.py
rlx/rlx/environments/microduck_recipes.py
rlx/rlx/environments/swing_evaluation.py
rlx/runs/studio/swing/swing-e2e-20260907-v3/swing.safetensors.json
rlx/runs/studio/swing/swing-e2e-20260907-v3/evaluation.json
rlx/runs/studio/swing/swing-e2e-20260907-v3/render/evidence.json
rlx/artifacts/scenarios-e2e-20260907/swing-v3-audit/audit.json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raw/swing/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指标矩阵：本次日志的数值审计  ·  1/3
approximate_kl：首次 0.007981 → 最终 0.0004294；最小值 0.0001979，最大值 0.007981；记录了 128 个样本。
clip_fraction：首次 0.5221 → 最终 0.09058；最小值 0.03223，最大值 0.5221；记录了 128 个样本。
entropy：首次 -12.37 → 最终 -12.37；最小值 -12.37，最大值 -12.37；记录了 128 个样本。
explained_variance：首次 -0.002574 → 最终 -3.963；最小值 -4.591，最大值 0.4628；记录了 128 个样本。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README.md
rlx/README.md
scripts/train-swing.sh
scripts/scenarios/README.md
docs/microduck-training-student-book/chapters/07-swing.md
docs/microduck-training-student-book/REPRODUCTION.md
docs/remaining-scenarios-e2e/REPORT.md
docs/remaining-scenarios-e2e/recipes/swing.json
docs/remaining-scenarios-e2e/recipes/swing-teacher.json
rlx/scripts/bootstrap_swing_e2e.py
rlx/rlx/environments/microduck_recipes.py
rlx/rlx/environments/swing_evaluation.py
rlx/runs/studio/swing/swing-e2e-20260907-v3/swing.safetensors.json
rlx/runs/studio/swing/swing-e2e-20260907-v3/evaluation.json
rlx/runs/studio/swing/swing-e2e-20260907-v3/render/evidence.json
rlx/artifacts/scenarios-e2e-20260907/swing-v3-audit/audit.json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raw/swing/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指标矩阵：本次日志的数值审计  ·  2/3
mean_loss：首次 1.889 → 最终 0.0001821；最小值 -0.0003026，最大值 8.735；记录了 128 个样本。
mean_raw_return：首次 2670 → 最终 -4533；最小值 -3.695e+4，最大值 5725；记录了 27 个样本。
mean_reward：首次 -0.001981 → 最终 0.0001209；最小值 -0.07257，最大值 0.03519；记录了 128 个样本。
policy_loss：首次 0.01469 → 最终 -0.0007164；最小值 -0.001231，最大值 0.01469；记录了 128 个样本。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README.md
rlx/README.md
scripts/train-swing.sh
scripts/scenarios/README.md
docs/microduck-training-student-book/chapters/07-swing.md
docs/microduck-training-student-book/REPRODUCTION.md
docs/remaining-scenarios-e2e/REPORT.md
docs/remaining-scenarios-e2e/recipes/swing.json
docs/remaining-scenarios-e2e/recipes/swing-teacher.json
rlx/scripts/bootstrap_swing_e2e.py
rlx/rlx/environments/microduck_recipes.py
rlx/rlx/environments/swing_evaluation.py
rlx/runs/studio/swing/swing-e2e-20260907-v3/swing.safetensors.json
rlx/runs/studio/swing/swing-e2e-20260907-v3/evaluation.json
rlx/runs/studio/swing/swing-e2e-20260907-v3/render/evidence.json
rlx/artifacts/scenarios-e2e-20260907/swing-v3-audit/audit.json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raw/swing/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指标矩阵：本次日志的数值审计  ·  3/3
value_loss：首次 1.874 → 最终 0.0008984；最小值 0.0003912，最大值 8.733；记录了 128 个样本。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README.md
rlx/README.md
scripts/train-swing.sh
scripts/scenarios/README.md
docs/microduck-training-student-book/chapters/07-swing.md
docs/microduck-training-student-book/REPRODUCTION.md
docs/remaining-scenarios-e2e/REPORT.md
docs/remaining-scenarios-e2e/recipes/swing.json
docs/remaining-scenarios-e2e/recipes/swing-teacher.json
rlx/scripts/bootstrap_swing_e2e.py
rlx/rlx/environments/microduck_recipes.py
rlx/rlx/environments/swing_evaluation.py
rlx/runs/studio/swing/swing-e2e-20260907-v3/swing.safetensors.json
rlx/runs/studio/swing/swing-e2e-20260907-v3/evaluation.json
rlx/runs/studio/swing/swing-e2e-20260907-v3/render/evidence.json
rlx/artifacts/scenarios-e2e-20260907/swing-v3-audit/audit.json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raw/swing/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验证：查看结果前先定义成功标准  ·  1/2
要求每个通道有一个完整的 1,200 步静止起始回合，并且每个回合内对称双向跨度 &gt;= 150 deg。
要求每个样本的横向偏移 &lt;= 0.020 m、对齐误差 &lt;= 0.050、绳索长度为 0.370-0.394 m、几何结构有效且张力为正。
不接受将一个回合的正峰值与另一个回合的负峰值合并；所有回合都必须独立通过。
确认导出的策略网络（Actor）仅接受 61 个观测并输出 14 个动作；特权角度/角速度访问仅限于教师标注。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README.md
rlx/README.md
scripts/train-swing.sh
scripts/scenarios/README.md
docs/microduck-training-student-book/chapters/07-swing.md
docs/microduck-training-student-book/REPRODUCTION.md
docs/remaining-scenarios-e2e/REPORT.md
docs/remaining-scenarios-e2e/recipes/swing.json
docs/remaining-scenarios-e2e/recipes/swing-teacher.json
rlx/scripts/bootstrap_swing_e2e.py
rlx/rlx/environments/microduck_recipes.py
rlx/rlx/environments/swing_evaluation.py
rlx/runs/studio/swing/swing-e2e-20260907-v3/swing.safetensors.json
rlx/runs/studio/swing/swing-e2e-20260907-v3/evaluation.json
rlx/runs/studio/swing/swing-e2e-20260907-v3/render/evidence.json
rlx/artifacts/scenarios-e2e-20260907/swing-v3-audit/audit.json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raw/swing/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验证：查看结果前先定义成功标准  ·  2/2
将最终 PPO 策略与所选初始化器、零动作和随机动作进行比较；要求负面对照无法通过技能门槛。
验证检查点和 sidecar 哈希、JSONL 有限值、动态 batch x 61 到 x 14 ONNX、一致性 &lt;= 1e-4、已解码 MP4 和浏览器播放。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README.md
rlx/README.md
scripts/train-swing.sh
scripts/scenarios/README.md
docs/microduck-training-student-book/chapters/07-swing.md
docs/microduck-training-student-book/REPRODUCTION.md
docs/remaining-scenarios-e2e/REPORT.md
docs/remaining-scenarios-e2e/recipes/swing.json
docs/remaining-scenarios-e2e/recipes/swing-teacher.json
rlx/scripts/bootstrap_swing_e2e.py
rlx/rlx/environments/microduck_recipes.py
rlx/rlx/environments/swing_evaluation.py
rlx/runs/studio/swing/swing-e2e-20260907-v3/swing.safetensors.json
rlx/runs/studio/swing/swing-e2e-20260907-v3/evaluation.json
rlx/runs/studio/swing/swing-e2e-20260907-v3/render/evidence.json
rlx/artifacts/scenarios-e2e-20260907/swing-v3-audit/audit.json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raw/swing/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结果：实际测量到了什么？  ·  1/3
实际最终证据：swing-e2e-20260907-v3 为 PASS；Studio 评估通过了 16/16 个完整的 24 秒回合。
独立 seed 501-505 通过 5/5；标称确定性重置产生了相同的 162.3215866231874 deg 双向跨度。
最终峰值为 +82.94345706612039 和 -81.1607933115937 deg；最大横向偏移 0.00901905817024827 m；最大对齐误差 0.04606865972943153。
有效几何结构比例和双绳有张力比例均为 1.0；绳索长度保持在 0.38010451970068404-0.38667901638228347 m。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README.md
rlx/README.md
scripts/train-swing.sh
scripts/scenarios/README.md
docs/microduck-training-student-book/chapters/07-swing.md
docs/microduck-training-student-book/REPRODUCTION.md
docs/remaining-scenarios-e2e/REPORT.md
docs/remaining-scenarios-e2e/recipes/swing.json
docs/remaining-scenarios-e2e/recipes/swing-teacher.json
rlx/scripts/bootstrap_swing_e2e.py
rlx/rlx/environments/microduck_recipes.py
rlx/rlx/environments/swing_evaluation.py
rlx/runs/studio/swing/swing-e2e-20260907-v3/swing.safetensors.json
rlx/runs/studio/swing/swing-e2e-20260907-v3/evaluation.json
rlx/runs/studio/swing/swing-e2e-20260907-v3/render/evidence.json
rlx/artifacts/scenarios-e2e-20260907/swing-v3-audit/audit.json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raw/swing/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结果：实际测量到了什么？  ·  2/3
采样到的最小弹簧张力为 0.20903940136807186 N；确定性原始回报为 7016.894722654329。
所选模仿初始化器已经以约 154.62 deg 跨度和原始回报 6126.39 通过；PPO 将回报提高了 890.5029066062816。
PPO 使学习张量产生了 L2 0.4897554898284089 的变化；ONNX/原生最大动作误差为 1.1324882507324219e-6。
Final-100 均值：policy_loss -0.00032241872322629205，value_loss 0.37311747095896863，mean_loss 0.37279505291702664。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README.md
rlx/README.md
scripts/train-swing.sh
scripts/scenarios/README.md
docs/microduck-training-student-book/chapters/07-swing.md
docs/microduck-training-student-book/REPRODUCTION.md
docs/remaining-scenarios-e2e/REPORT.md
docs/remaining-scenarios-e2e/recipes/swing.json
docs/remaining-scenarios-e2e/recipes/swing-teacher.json
rlx/scripts/bootstrap_swing_e2e.py
rlx/rlx/environments/microduck_recipes.py
rlx/rlx/environments/swing_evaluation.py
rlx/runs/studio/swing/swing-e2e-20260907-v3/swing.safetensors.json
rlx/runs/studio/swing/swing-e2e-20260907-v3/evaluation.json
rlx/runs/studio/swing/swing-e2e-20260907-v3/render/evidence.json
rlx/artifacts/scenarios-e2e-20260907/swing-v3-audit/audit.json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raw/swing/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结果：实际测量到了什么？  ·  3/3
Final-100 approximate_kl 0.00047223041314282455，clip_fraction 0.0969189453125，explained_variance -0.8998712115795674。
从零开始的 PPO 运行仅达到约 2.23 deg 跨度；继续进行 1,048,576 次转移虽然保持了较大跨度，但未通过几何结构和张力要求。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README.md
rlx/README.md
scripts/train-swing.sh
scripts/scenarios/README.md
docs/microduck-training-student-book/chapters/07-swing.md
docs/microduck-training-student-book/REPRODUCTION.md
docs/remaining-scenarios-e2e/REPORT.md
docs/remaining-scenarios-e2e/recipes/swing.json
docs/remaining-scenarios-e2e/recipes/swing-teacher.json
rlx/scripts/bootstrap_swing_e2e.py
rlx/rlx/environments/microduck_recipes.py
rlx/rlx/environments/swing_evaluation.py
rlx/runs/studio/swing/swing-e2e-20260907-v3/swing.safetensors.json
rlx/runs/studio/swing/swing-e2e-20260907-v3/evaluation.json
rlx/runs/studio/swing/swing-e2e-20260907-v3/render/evidence.json
rlx/artifacts/scenarios-e2e-20260907/swing-v3-audit/audit.json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raw/swing/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已保存的策略视频
来源：rlx/runs/studio/swing/swing-e2e-20260907-v3/render/ep0.mp4
嵌入视频逐字节复制，未重新生成或加速。单个视频不等于多随机种子评估。PowerPoint 播放需要点击；如果其他演示软件不能解码嵌入媒体，请使用本地播放器打开附带的 MP4。
大幅度行为是通过特权教师标签、BC 和 DAgger 获得的；并非由全新 PPO 发现。
所选标称 seed 几乎完全相同，因为随机化、噪声、延迟、偏航和非零起始边界均已禁用。
采样到的正弹簧张力不包括安全限位约束力，也不能证明连续时间或硬件负载安全性。
尽管确定性策略网络（Actor）通过了单独的物理门槛，但从 explained_variance 看，价值网络（Critic）的拟合仍然较差。
通过的结果使用标称 XML 模拟、一个教师族、一个 PPO seed、平面动作，并且没有扰动或 BAM 评估。
进一步的 PPO 可能损害已经胜任的策略；被拒绝的百万次转移检查点不是可接受的替代方案。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README.md
rlx/README.md
scripts/train-swing.sh
scripts/scenarios/README.md
docs/microduck-training-student-book/chapters/07-swing.md
docs/microduck-training-student-book/REPRODUCTION.md
docs/remaining-scenarios-e2e/REPORT.md
docs/remaining-scenarios-e2e/recipes/swing.json
docs/remaining-scenarios-e2e/recipes/swing-teacher.json
rlx/scripts/bootstrap_swing_e2e.py
rlx/rlx/environments/microduck_recipes.py
rlx/rlx/environments/swing_evaluation.py
rlx/runs/studio/swing/swing-e2e-20260907-v3/swing.safetensors.json
rlx/runs/studio/swing/swing-e2e-20260907-v3/evaluation.json
rlx/runs/studio/swing/swing-e2e-20260907-v3/render/evidence.json
rlx/artifacts/scenarios-e2e-20260907/swing-v3-audit/audit.json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raw/swing/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局限与失败分析  ·  1/2
大幅度行为是通过特权教师标签、BC 和 DAgger 获得的；并非由全新 PPO 发现。
所选标称 seed 几乎完全相同，因为随机化、噪声、延迟、偏航和非零起始边界均已禁用。
采样到的正弹簧张力不包括安全限位约束力，也不能证明连续时间或硬件负载安全性。
尽管确定性策略网络（Actor）通过了单独的物理门槛，但从 explained_variance 看，价值网络（Critic）的拟合仍然较差。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README.md
rlx/README.md
scripts/train-swing.sh
scripts/scenarios/README.md
docs/microduck-training-student-book/chapters/07-swing.md
docs/microduck-training-student-book/REPRODUCTION.md
docs/remaining-scenarios-e2e/REPORT.md
docs/remaining-scenarios-e2e/recipes/swing.json
docs/remaining-scenarios-e2e/recipes/swing-teacher.json
rlx/scripts/bootstrap_swing_e2e.py
rlx/rlx/environments/microduck_recipes.py
rlx/rlx/environments/swing_evaluation.py
rlx/runs/studio/swing/swing-e2e-20260907-v3/swing.safetensors.json
rlx/runs/studio/swing/swing-e2e-20260907-v3/evaluation.json
rlx/runs/studio/swing/swing-e2e-20260907-v3/render/evidence.json
rlx/artifacts/scenarios-e2e-20260907/swing-v3-audit/audit.json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raw/swing/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局限与失败分析  ·  2/2
通过的结果使用标称 XML 模拟、一个教师族、一个 PPO seed、平面动作，并且没有扰动或 BAM 评估。
进一步的 PPO 可能损害已经胜任的策略；被拒绝的百万次转移检查点不是可接受的替代方案。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README.md
rlx/README.md
scripts/train-swing.sh
scripts/scenarios/README.md
docs/microduck-training-student-book/chapters/07-swing.md
docs/microduck-training-student-book/REPRODUCTION.md
docs/remaining-scenarios-e2e/REPORT.md
docs/remaining-scenarios-e2e/recipes/swing.json
docs/remaining-scenarios-e2e/recipes/swing-teacher.json
rlx/scripts/bootstrap_swing_e2e.py
rlx/rlx/environments/microduck_recipes.py
rlx/rlx/environments/swing_evaluation.py
rlx/runs/studio/swing/swing-e2e-20260907-v3/swing.safetensors.json
rlx/runs/studio/swing/swing-e2e-20260907-v3/evaluation.json
rlx/runs/studio/swing/swing-e2e-20260907-v3/render/evidence.json
rlx/artifacts/scenarios-e2e-20260907/swing-v3-audit/audit.json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raw/swing/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学生实验：只改一个变量，保留验收标准  ·  1/2
建议练习，并非已保存证据：推导 13 参数教师方程，并将其五个矢状面输出映射为 14 个动作。
建议练习，并非已保存证据：验证阶段 0 至 5 的累计 DAgger 行数和优化器更新次数。
建议练习，并非已保存证据：列出交接时的策略网络（Actor）、价值网络（Critic）、log std、观测归一化器、回报归一化器和优化器。
建议练习，并非已保存证据：推导每次 rollout 4,096 次转移、128 次 rollout 和 1,024 个 PPO 优化器小批次。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README.md
rlx/README.md
scripts/train-swing.sh
scripts/scenarios/README.md
docs/microduck-training-student-book/chapters/07-swing.md
docs/microduck-training-student-book/REPRODUCTION.md
docs/remaining-scenarios-e2e/REPORT.md
docs/remaining-scenarios-e2e/recipes/swing.json
docs/remaining-scenarios-e2e/recipes/swing-teacher.json
rlx/scripts/bootstrap_swing_e2e.py
rlx/rlx/environments/microduck_recipes.py
rlx/rlx/environments/swing_evaluation.py
rlx/runs/studio/swing/swing-e2e-20260907-v3/swing.safetensors.json
rlx/runs/studio/swing/swing-e2e-20260907-v3/evaluation.json
rlx/runs/studio/swing/swing-e2e-20260907-v3/render/evidence.json
rlx/artifacts/scenarios-e2e-20260907/swing-v3-audit/audit.json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raw/swing/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学生实验：只改一个变量，保留验收标准  ·  2/2
建议练习，并非已保存证据：解释为什么阶段 4 或 5 更低的 BC 损失不能推翻物理门槛未通过的结果。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README.md
rlx/README.md
scripts/train-swing.sh
scripts/scenarios/README.md
docs/microduck-training-student-book/chapters/07-swing.md
docs/microduck-training-student-book/REPRODUCTION.md
docs/remaining-scenarios-e2e/REPORT.md
docs/remaining-scenarios-e2e/recipes/swing.json
docs/remaining-scenarios-e2e/recipes/swing-teacher.json
rlx/scripts/bootstrap_swing_e2e.py
rlx/rlx/environments/microduck_recipes.py
rlx/rlx/environments/swing_evaluation.py
rlx/runs/studio/swing/swing-e2e-20260907-v3/swing.safetensors.json
rlx/runs/studio/swing/swing-e2e-20260907-v3/evaluation.json
rlx/runs/studio/swing/swing-e2e-20260907-v3/render/evidence.json
rlx/artifacts/scenarios-e2e-20260907/swing-v3-audit/audit.json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raw/swing/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提交一个完整实验，而不只是一段视频
训练前：写下一个假设、要修改的参数、固定的基线、随机种子列表、验收标准，以及时间与转移数预算。
训练中：保存准确命令、环境版本、初始化方式、检查点，以及原始奖励、损失和 KL 指标。不得覆盖已有的参考运行。
训练后：使用相同随机种子评估冻结的导出策略；提交全部失败案例、汇总指标、完整轨迹视频和可追溯来源的结果表。
评分标准 / 10：可复现性 2；环境与奖励解释 2；PPO 与指标解读 2；如实验证 2；一个有证据依据的后续实验 2。
教学方法：展示证据前，先请学生预测结果。明确区分已有测量、教学算例和拟议实验。不得暗示这些幻灯片展示了新训练的策略或真实硬件验证。
案例来源（相对于仓库根目录）：
AGENTS.md
microduck_local/AGENTS.md
README.md
rlx/README.md
scripts/train-swing.sh
scripts/scenarios/README.md
docs/microduck-training-student-book/chapters/07-swing.md
docs/microduck-training-student-book/REPRODUCTION.md
docs/remaining-scenarios-e2e/REPORT.md
docs/remaining-scenarios-e2e/recipes/swing.json
docs/remaining-scenarios-e2e/recipes/swing-teacher.json
rlx/scripts/bootstrap_swing_e2e.py
rlx/rlx/environments/microduck_recipes.py
rlx/rlx/environments/swing_evaluation.py
rlx/runs/studio/swing/swing-e2e-20260907-v3/swing.safetensors.json
rlx/runs/studio/swing/swing-e2e-20260907-v3/evaluation.json
rlx/runs/studio/swing/swing-e2e-20260907-v3/render/evidence.json
rlx/artifacts/scenarios-e2e-20260907/swing-v3-audit/audit.json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raw/swing/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来源索引与延伸学习  ·  1/2
AGENTS.md
microduck_local/AGENTS.md
README.md
rlx/README.md
教学方法：展示证据前，先请学生预测结果。明确区分已有测量、教学算例和拟议实验。不得暗示这些幻灯片展示了新训练的策略或真实硬件验证。
案例来源（相对于仓库根目录）：
AGENTS.md
microduck_local/AGENTS.md
README.md
rlx/README.md
scripts/train-swing.sh
scripts/scenarios/README.md
docs/microduck-training-student-book/chapters/07-swing.md
docs/microduck-training-student-book/REPRODUCTION.md
docs/remaining-scenarios-e2e/REPORT.md
docs/remaining-scenarios-e2e/recipes/swing.json
docs/remaining-scenarios-e2e/recipes/swing-teacher.json
rlx/scripts/bootstrap_swing_e2e.py
rlx/rlx/environments/microduck_recipes.py
rlx/rlx/environments/swing_evaluation.py
rlx/runs/studio/swing/swing-e2e-20260907-v3/swing.safetensors.json
rlx/runs/studio/swing/swing-e2e-20260907-v3/evaluation.json
rlx/runs/studio/swing/swing-e2e-20260907-v3/render/evidence.json
rlx/artifacts/scenarios-e2e-20260907/swing-v3-audit/audit.json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raw/swing/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来源索引与延伸学习  ·  2/2
docs/microduck-training-student-book/chapters/02a-ppo-code-lab.md
docs/microduck-training-student-book/chapters/02b-gae-workshop.md
scripts/scenarios/README.md
README.md
教学方法：展示证据前，先请学生预测结果。明确区分已有测量、教学算例和拟议实验。不得暗示这些幻灯片展示了新训练的策略或真实硬件验证。
案例来源（相对于仓库根目录）：
AGENTS.md
microduck_local/AGENTS.md
README.md
rlx/README.md
scripts/train-swing.sh
scripts/scenarios/README.md
docs/microduck-training-student-book/chapters/07-swing.md
docs/microduck-training-student-book/REPRODUCTION.md
docs/remaining-scenarios-e2e/REPORT.md
docs/remaining-scenarios-e2e/recipes/swing.json
docs/remaining-scenarios-e2e/recipes/swing-teacher.json
rlx/scripts/bootstrap_swing_e2e.py
rlx/rlx/environments/microduck_recipes.py
rlx/rlx/environments/swing_evaluation.py
rlx/runs/studio/swing/swing-e2e-20260907-v3/swing.safetensors.json
rlx/runs/studio/swing/swing-e2e-20260907-v3/evaluation.json
rlx/runs/studio/swing/swing-e2e-20260907-v3/render/evidence.json
rlx/artifacts/scenarios-e2e-20260907/swing-v3-audit/audit.json
PPO 教学参考资料：
docs/microduck-training-student-book/chapters/02a-ppo-code-lab.md
docs/microduck-training-student-book/chapters/02b-gae-workshop.md
scripts/scenarios/README.md
README.md
证据版本：2026-09-11。完整的原始记录指标收录在 raw/swing/ 下。有关可直接复制的准确命令和详细案例证据，请使用配套教师指南和 evidence/cases.json。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video" Target="../media/media-31-1.mp4"/><Relationship Id="rId2" Type="http://schemas.microsoft.com/office/2007/relationships/media" Target="../media/media-31-1.mp4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八个案例 / 一种学习方法  /  秋千：教师辅助习得与 PPO 优化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实验 02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828800"/>
            <a:ext cx="55321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43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秋千</a:t>
            </a:r>
            <a:endParaRPr lang="en-US" sz="4300" dirty="0"/>
          </a:p>
        </p:txBody>
      </p:sp>
      <p:sp>
        <p:nvSpPr>
          <p:cNvPr id="9" name="Text 7"/>
          <p:cNvSpPr/>
          <p:nvPr/>
        </p:nvSpPr>
        <p:spPr>
          <a:xfrm>
            <a:off x="685800" y="3328416"/>
            <a:ext cx="5230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30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秋千：教师辅助习得与 PPO 优化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85800" y="4645152"/>
            <a:ext cx="5230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70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环境设计 · PPO · 如实验证</a:t>
            </a:r>
            <a:endParaRPr lang="en-US" sz="1700" dirty="0"/>
          </a:p>
        </p:txBody>
      </p:sp>
      <p:pic>
        <p:nvPicPr>
          <p:cNvPr id="11" name="Image 0" descr="/Volumes/ExternalSSD/geoagent/microduck-lab/docs/classroom-ppt/assets/swing/rollout-po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2084546"/>
            <a:ext cx="5349240" cy="30089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5800" y="5550408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00" b="1" spc="10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  →  训练  →  验证  →  讲解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秋千：教师辅助习得与 PPO 优化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你将构建什么？现有证据说明了什么？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用例：讲解探索缺口、特权教师标注、仅基于观测的行为克隆、DAgger、严格的物理检查点选择，以及谨慎的 PPO 优化。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7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学习目标：描述场景，解释观测到动作的映射和奖励，追踪一次 PPO 更新，运行有限预算实验，并用证据支撑评估结论。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大幅度行为是通过特权教师标签、BC 和 DAgger 获得的；并非由全新 PPO 发现。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8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适用范围：本地 MuJoCo 仿真。请勿将课堂产物直接部署到实体机器人；硬件迁移需要独立且经过验证的流程。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秋千：教师辅助习得与 PPO 优化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材料与准备条件  ·  1/2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配备已安装的 RLX 环境、MLX、MuJoCo、ONNX、ONNX Runtime、渲染依赖项和 Node 的 Apple Silicon Mac。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受跟踪的教师定义：docs/remaining-scenarios-e2e/recipes/swing-teacher.json。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秋千模拟器资产：保留的座椅、绑带、卡扣、缓冲器、框架、锚点、附件和两条柔顺肌腱。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引导工具：rlx/scripts/bootstrap_swing_e2e.py；PPO/评估/导出工具：rlx/examples/ppo_microduck_studio.py。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秋千：教师辅助习得与 PPO 优化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材料与准备条件  ·  2/2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418795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已保存引导来源信息、演示数据、所选初始化器、PPO 检查点、sidecar、ONNX 策略网络（Actor）、审计轨迹和 MP4。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秋千：教师辅助习得与 PPO 优化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环境与策略接口约定  ·  1/2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 Hz 下的标称 XML MuJoCo 秋千；通过的评估从角度 0 deg、角速度 0 rad/s 开始，运行 1,200 步或 24 秒。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观测保持为 float32 batch x 61；部署的策略网络（Actor）输入不会附加特权秋千角度或角速度。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秋千命令槽为 twist 48:51 = (0, body-y-axis-x, body-y-axis-z)；头部和身体命令块为零。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策略网络（Actor）输出 14 个值；封装器将其裁剪至 [-1,1]，投影到矢状面对称空间，并将目标设为 SEATED_POSE + 0.7 x projected action。</a:t>
            </a:r>
            <a:endParaRPr lang="en-US" sz="2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秋千：教师辅助习得与 PPO 优化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环境与策略接口约定  ·  2/2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偏航/横滚动作索引 0,1,7,8,9,10 被置零；腿部俯仰/膝/踝关节对大小相等、方向相反；颈部和头部俯仰保持独立。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389534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98678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所选运行禁用了域随机化、观测噪声、动作延迟、随机偏航和辅助评估起始状态。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秋千：教师辅助习得与 PPO 优化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案例构建流程：以证据形成验证闭环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322783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2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/ 材料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30428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座椅 + 摆锤场景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471416" y="1828800"/>
            <a:ext cx="322783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54296" y="19659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2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/ 教师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54296" y="230428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收集模拟器标签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8348472" y="1828800"/>
            <a:ext cx="322783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31352" y="19659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2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/ 初始化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31352" y="230428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蒸馏教师动作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8348472" y="3886200"/>
            <a:ext cx="322783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31352" y="40233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2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/ PPO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31352" y="436168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优化学生策略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4471416" y="3886200"/>
            <a:ext cx="322783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54296" y="40233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2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/ 验证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54296" y="436168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无教师；匹配对照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594360" y="3886200"/>
            <a:ext cx="322783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0233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2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/ 证据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" y="436168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幅度 + 完整视频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3840480" y="2441448"/>
            <a:ext cx="566928" cy="0"/>
          </a:xfrm>
          <a:prstGeom prst="line">
            <a:avLst/>
          </a:prstGeom>
          <a:noFill/>
          <a:ln w="31750">
            <a:solidFill>
              <a:srgbClr val="087E8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708392" y="2441448"/>
            <a:ext cx="576072" cy="0"/>
          </a:xfrm>
          <a:prstGeom prst="line">
            <a:avLst/>
          </a:prstGeom>
          <a:noFill/>
          <a:ln w="31750">
            <a:solidFill>
              <a:srgbClr val="087E8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939528" y="3145536"/>
            <a:ext cx="0" cy="621792"/>
          </a:xfrm>
          <a:prstGeom prst="line">
            <a:avLst/>
          </a:prstGeom>
          <a:noFill/>
          <a:ln w="31750">
            <a:solidFill>
              <a:srgbClr val="087E8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717536" y="4480560"/>
            <a:ext cx="530352" cy="0"/>
          </a:xfrm>
          <a:prstGeom prst="line">
            <a:avLst/>
          </a:prstGeom>
          <a:noFill/>
          <a:ln w="31750">
            <a:solidFill>
              <a:srgbClr val="087E8B"/>
            </a:solidFill>
            <a:prstDash val="solid"/>
            <a:headEnd type="triangle"/>
          </a:ln>
        </p:spPr>
      </p:sp>
      <p:sp>
        <p:nvSpPr>
          <p:cNvPr id="30" name="Shape 28"/>
          <p:cNvSpPr/>
          <p:nvPr/>
        </p:nvSpPr>
        <p:spPr>
          <a:xfrm>
            <a:off x="3840480" y="4480560"/>
            <a:ext cx="530352" cy="0"/>
          </a:xfrm>
          <a:prstGeom prst="line">
            <a:avLst/>
          </a:prstGeom>
          <a:noFill/>
          <a:ln w="31750">
            <a:solidFill>
              <a:srgbClr val="087E8B"/>
            </a:solidFill>
            <a:prstDash val="solid"/>
            <a:headEnd type="triangle"/>
          </a:ln>
        </p:spPr>
      </p:sp>
      <p:sp>
        <p:nvSpPr>
          <p:cNvPr id="31" name="Text 29"/>
          <p:cNvSpPr/>
          <p:nvPr/>
        </p:nvSpPr>
        <p:spPr>
          <a:xfrm>
            <a:off x="731520" y="564184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900" b="1" dirty="0" altLang="en-US">
                <a:solidFill>
                  <a:srgbClr val="D96C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失败也是数据：每次只改变一个因素，重新训练，并使用相同的验收标准。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秋千：教师辅助习得与 PPO 优化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逐步构建本案例  ·  1/2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使用有界特权教师，在四组角度/角速度重置边界下收集八个 1,200 步回合，得到 9,600 行带标签数据。</a:t>
            </a:r>
            <a:endParaRPr lang="en-US" sz="205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使用传感器块方差下限，根据最初的 9,600 个观测冻结观测归一化。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通过行为克隆训练策略网络（Actor）均值，然后在学习器访问的状态上，使用学生动作和教师标签运行 DAgger。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对每个 BC/DAgger 阶段进行物理评估；选择阶段 3 是因为它通过了评估，而不是因为其监督损失最低。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秋千：教师辅助习得与 PPO 优化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逐步构建本案例  ·  2/2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13228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将所选检查点和 sidecar 复制到全新的 Studio 运行中；保留随机价值网络（Critic），并声明教师辅助和 ppo_steps 0。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3179064"/>
            <a:ext cx="11045952" cy="13228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3162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270504"/>
            <a:ext cx="9738360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使用 524,288 次 PPO 转移、冻结的观测归一化、全新的 Adam 状态和奖励归一化来优化策略网络（Actor）和价值网络（Critic）。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4611624"/>
            <a:ext cx="11045952" cy="13228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7487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4703064"/>
            <a:ext cx="9738360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导出确定性 ONNX，运行严格的静止起始评估，审计已训练/初始/零动作/随机动作对照，并验证完整视频。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秋千：教师辅助习得与 PPO 优化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PPO：改进策略，同时避免盲目迈出过大一步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810512"/>
            <a:ext cx="10972800" cy="932688"/>
          </a:xfrm>
          <a:prstGeom prst="rect">
            <a:avLst/>
          </a:prstGeom>
          <a:solidFill>
            <a:srgbClr val="142D3B"/>
          </a:solidFill>
          <a:ln w="6350">
            <a:solidFill>
              <a:srgbClr val="142D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7510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900" b="1" dirty="0" altLang="en-US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似然比 ratio = πnew(a | o) / πold(a | o)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731520" y="2971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5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最大化 mean[min(ratio × A, clip(ratio, 1 − ε, 1 + ε) × A)]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731520" y="390448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3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策略网络（Actor）：选择关节动作。价值网络（Critic）：估计未来折扣奖励。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731520" y="4809744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20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 表示优势；ε 表示裁剪范围。每个采样批次的旧策略对数概率在更新时保持不变。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秋千：教师辅助习得与 PPO 优化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沿着一次轨迹采样，理解学习器的处理过程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使用当前随机策略采集观测、采样动作、旧策略对数概率、价值估计、奖励以及回合边界标记。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7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计算时序差分残差和广义优势估计（GAE）。真正终止时，后续价值为零；超时截断时，可以使用保存的最终观测进行价值自举。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在重置边界切断优势递推。不得使用下一回合的初始观测，对上一回合的超时状态进行价值自举。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8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重复使用同一批数据进行 PPO 小批次更新，再采集新的同策略数据。评估时导出确定性策略网络及其观测变换。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秋千：教师辅助习得与 PPO 优化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纸笔练习：计算样本数与裁剪目标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教学算例，并非本次实验：16 个环境 × 128 步 = 每次采样得到 2,048 条新转移。四轮优化重复使用这些转移，并不会产生 8,192 条新样本。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 ε = 0.2、ratio = 1.4、A = +2 时：min(2.8, 2.4) = 2.4。在求平均和加入其他损失项之前，被最小化的策略项为 −2.4。</a:t>
            </a:r>
            <a:endParaRPr lang="en-US" sz="20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保持相同的 ratio，令 A = −2：min(−2.8, −2.4) = −2.8。请解释：优势符号改变后，裁剪为何呈现不对称效果？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8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在仓库根目录运行：python3 docs/microduck-training-student-book/learning_lab.py --gae。这是确定性的算术练习，不会训练新策略。</a:t>
            </a:r>
            <a:endParaRPr lang="en-US" sz="1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秋千：教师辅助习得与 PPO 优化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奖励设计：智能体因何获得奖励？  ·  1/2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swing_peak_progress 224：仅当达到新的正向或负向角度前沿时，才给予有界增量奖励。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swing_height 8、swing_late_height 24 和 swing_energy 0.5 奖励相对于重置基线的有效高度和机械能增益。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swing_lateral_penalty 3、lateral_barrier 8、lateral_velocity 3 和 out_of_plane 1 惩罚非矢状面运动。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swing_alignment_penalty 18 和 alignment_barrier 4 惩罚座椅/绳索几何结构未对齐。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秋千：教师辅助习得与 PPO 优化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奖励设计：智能体因何获得奖励？  ·  2/2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string_slack_penalty 8 和 string_extension_penalty 12 保护声明的肌腱长度区间。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389534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98678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invalid_episode_penalty 10、action_rate_penalty 0.03、joint_torque_penalty 0.001 和 joint_limit_penalty 1 均已启用。</a:t>
            </a:r>
            <a:endParaRPr lang="en-US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秋千：教师辅助习得与 PPO 优化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已记录的训练配置  ·  1/2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所选初始化器：BC 加同策略 DAgger，阶段 3，38,400 行教师标注数据，严格通过，teacher_samples 38,400，ppo_steps 0。</a:t>
            </a:r>
            <a:endParaRPr lang="en-US" sz="205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最终演示数据归档有 57,600 行，因为阶段 3 之后仍继续收集；它并非所选检查点的训练集。</a:t>
            </a:r>
            <a:endParaRPr lang="en-US" sz="20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PPO：seed 7，524,288 次转移，16 个 fork 环境，每个环境 256 步，每次 rollout 4,096 次转移，共 128 个 rollout/更新周期。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四个小批次 x 两个 epoch 得到每个小批次 1,024 行，每次 rollout 8 个优化器步骤，总计 1,024 个优化器步骤。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秋千：教师辅助习得与 PPO 优化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已记录的训练配置  ·  2/2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13228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学习率 0.000003；gamma 0.995；广义优势估计（GAE）lambda 0.98；clip 0.05；价值系数 1；熵系数 0；最大梯度范数 0.5。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3179064"/>
            <a:ext cx="11045952" cy="13228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3162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270504"/>
            <a:ext cx="9738360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初始标准差 0.1 通过模仿过程序列化；PPO 使用全新的 Adam 优化器，并冻结观测统计数据更新。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4611624"/>
            <a:ext cx="11045952" cy="13228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7487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4703064"/>
            <a:ext cx="9738360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更新日志字段：phase、steps、seconds、optimizer_steps、mean_loss、policy_loss、value_loss、entropy、approximate_kl、clip_fraction、explained_variance、env_steps。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教师指南中也提供可复制命令  /  秋千：教师辅助习得与 PPO 优化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实操命令：检查、冒烟测试与训练  ·  1/3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工作目录：.</a:t>
            </a:r>
            <a:endParaRPr lang="en-US" sz="1400" dirty="0"/>
          </a:p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./scripts/train-swing.sh --dry-run</a:t>
            </a:r>
            <a:endParaRPr lang="en-US" sz="1400" dirty="0"/>
          </a:p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在不训练的情况下检查完整的教师初始化和 PPO 流水线。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2064" y="389534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98678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工作目录：.</a:t>
            </a:r>
            <a:endParaRPr lang="en-US" sz="1400" dirty="0"/>
          </a:p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./scripts/train-swing.sh</a:t>
            </a:r>
            <a:endParaRPr lang="en-US" sz="1400" dirty="0"/>
          </a:p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运行独立的 Full Swing 引导、PPO、导出、评估和渲染流水线。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教师指南中也提供可复制命令  /  秋千：教师辅助习得与 PPO 优化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实操命令：检查、冒烟测试与训练  ·  2/3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工作目录：.</a:t>
            </a:r>
            <a:endParaRPr lang="en-US" sz="1400" dirty="0"/>
          </a:p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rlx/.venv-microduck/bin/python rlx/scripts/bootstrap_swing_e2e.py --source docs/remaining-scenarios-e2e/recipes/swing-teacher.json --output /tmp/swing-bootstrap-reproduction-YYYYMMDD-HHMMSS</a:t>
            </a:r>
            <a:endParaRPr lang="en-US" sz="1400" dirty="0"/>
          </a:p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创建教师辅助初始化器；一致地替换时间戳标记。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2064" y="389534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98678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工作目录：.</a:t>
            </a:r>
            <a:endParaRPr lang="en-US" sz="1400" dirty="0"/>
          </a:p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rlx/.venv-microduck/bin/python rlx/scripts/audit_scenarios.py --recipe-json docs/remaining-scenarios-e2e/recipes/swing.json --run rlx/runs/studio/swing/swing-reproduction-YYYYMMDD-HHMMSS --output rlx/artifacts/scenarios-e2e-20260907/swing-reproduction-YYYYMMDD-HHMMSS-audit --seeds 501 502 503 504 505 --render</a:t>
            </a:r>
            <a:endParaRPr lang="en-US" sz="1400" dirty="0"/>
          </a:p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使用五个确定性 seed 审计已完成的 Swing 复现。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教师指南中也提供可复制命令  /  秋千：教师辅助习得与 PPO 优化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实操命令：检查、冒烟测试与训练  ·  3/3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418795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工作目录：.</a:t>
            </a:r>
            <a:endParaRPr lang="en-US" sz="1400" dirty="0"/>
          </a:p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jq '{selected_stage, samples, normalizer_frozen_sample_count, limitations}' /tmp/swing-bootstrap-reproduction-YYYYMMDD-HHMMSS/provenance.json</a:t>
            </a:r>
            <a:endParaRPr lang="en-US" sz="1400" dirty="0"/>
          </a:p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检查所选引导阶段、样本数、冻结的归一化器和声明的限制。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实测训练日志  /  秋千：教师辅助习得与 PPO 优化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奖励：日志信号与真正的任务目标一致吗？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</a:t>
            </a:r>
            <a:endParaRPr lang="en-US" sz="1200" dirty="0"/>
          </a:p>
        </p:txBody>
      </p:sp>
      <p:pic>
        <p:nvPicPr>
          <p:cNvPr id="8" name="Image 0" descr="/Volumes/ExternalSSD/geoagent/microduck-lab/docs/classroom-ppt/assets/swing/re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673352"/>
            <a:ext cx="10954512" cy="41788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5907024"/>
            <a:ext cx="10744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20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训练奖励是优化信号，不是验收标准。完整记录字段见 raw/&lt;case&gt;/。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实测训练日志  /  秋千：教师辅助习得与 PPO 优化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损失：观察策略、价值估计与策略漂移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21</a:t>
            </a:r>
            <a:endParaRPr lang="en-US" sz="1200" dirty="0"/>
          </a:p>
        </p:txBody>
      </p:sp>
      <p:pic>
        <p:nvPicPr>
          <p:cNvPr id="8" name="Image 0" descr="/Volumes/ExternalSSD/geoagent/microduck-lab/docs/classroom-ppt/assets/swing/l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673352"/>
            <a:ext cx="10954512" cy="41788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5907024"/>
            <a:ext cx="10744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20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损失更低，不等于机器人技能更好。损失的符号和数值尺度取决于具体实现。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实测训练日志  /  秋千：教师辅助习得与 PPO 优化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诊断：优化器的行为正常吗？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22</a:t>
            </a:r>
            <a:endParaRPr lang="en-US" sz="1200" dirty="0"/>
          </a:p>
        </p:txBody>
      </p:sp>
      <p:pic>
        <p:nvPicPr>
          <p:cNvPr id="8" name="Image 0" descr="/Volumes/ExternalSSD/geoagent/microduck-lab/docs/classroom-ppt/assets/swing/diagnost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673352"/>
            <a:ext cx="10954512" cy="41788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5907024"/>
            <a:ext cx="10744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20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熵、裁剪比例、解释方差和耗时都是诊断指标，不能单独构成通过或失败的证明。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秋千：教师辅助习得与 PPO 优化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指标矩阵：本次日志的数值审计  ·  1/3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approximate_kl：首次 0.007981 → 最终 0.0004294；最小值 0.0001979，最大值 0.007981；记录了 128 个样本。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clip_fraction：首次 0.5221 → 最终 0.09058；最小值 0.03223，最大值 0.5221；记录了 128 个样本。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entropy：首次 -12.37 → 最终 -12.37；最小值 -12.37，最大值 -12.37；记录了 128 个样本。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explained_variance：首次 -0.002574 → 最终 -3.963；最小值 -4.591，最大值 0.4628；记录了 128 个样本。</a:t>
            </a:r>
            <a:endParaRPr lang="en-US" sz="2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秋千：教师辅助习得与 PPO 优化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指标矩阵：本次日志的数值审计  ·  2/3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mean_loss：首次 1.889 → 最终 0.0001821；最小值 -0.0003026，最大值 8.735；记录了 128 个样本。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mean_raw_return：首次 2670 → 最终 -4533；最小值 -3.695e+4，最大值 5725；记录了 27 个样本。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mean_reward：首次 -0.001981 → 最终 0.0001209；最小值 -0.07257，最大值 0.03519；记录了 128 个样本。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policy_loss：首次 0.01469 → 最终 -0.0007164；最小值 -0.001231，最大值 0.01469；记录了 128 个样本。</a:t>
            </a:r>
            <a:endParaRPr lang="en-US" sz="2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秋千：教师辅助习得与 PPO 优化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指标矩阵：本次日志的数值审计  ·  3/3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418795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value_loss：首次 1.874 → 最终 0.0008984；最小值 0.0003912，最大值 8.733；记录了 128 个样本。</a:t>
            </a:r>
            <a:endParaRPr lang="en-US" sz="2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秋千：教师辅助习得与 PPO 优化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验证：查看结果前先定义成功标准  ·  1/2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要求每个通道有一个完整的 1,200 步静止起始回合，并且每个回合内对称双向跨度 &gt;= 150 deg。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9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要求每个样本的横向偏移 &lt;= 0.020 m、对齐误差 &lt;= 0.050、绳索长度为 0.370-0.394 m、几何结构有效且张力为正。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不接受将一个回合的正峰值与另一个回合的负峰值合并；所有回合都必须独立通过。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确认导出的策略网络（Actor）仅接受 61 个观测并输出 14 个动作；特权角度/角速度访问仅限于教师标注。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秋千：教师辅助习得与 PPO 优化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验证：查看结果前先定义成功标准  ·  2/2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将最终 PPO 策略与所选初始化器、零动作和随机动作进行比较；要求负面对照无法通过技能门槛。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389534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98678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验证检查点和 sidecar 哈希、JSONL 有限值、动态 batch x 61 到 x 14 ONNX、一致性 &lt;= 1e-4、已解码 MP4 和浏览器播放。</a:t>
            </a:r>
            <a:endParaRPr lang="en-US" sz="2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已保存结果 — 并非新的训练运行  /  秋千：教师辅助习得与 PPO 优化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结果：实际测量到了什么？  ·  1/3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实际最终证据：swing-e2e-20260907-v3 为 PASS；Studio 评估通过了 16/16 个完整的 24 秒回合。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独立 seed 501-505 通过 5/5；标称确定性重置产生了相同的 162.3215866231874 deg 双向跨度。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最终峰值为 +82.94345706612039 和 -81.1607933115937 deg；最大横向偏移 0.00901905817024827 m；最大对齐误差 0.04606865972943153。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有效几何结构比例和双绳有张力比例均为 1.0；绳索长度保持在 0.38010451970068404-0.38667901638228347 m。</a:t>
            </a:r>
            <a:endParaRPr lang="en-US" sz="2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已保存结果 — 并非新的训练运行  /  秋千：教师辅助习得与 PPO 优化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结果：实际测量到了什么？  ·  2/3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29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采样到的最小弹簧张力为 0.20903940136807186 N；确定性原始回报为 7016.894722654329。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所选模仿初始化器已经以约 154.62 deg 跨度和原始回报 6126.39 通过；PPO 将回报提高了 890.5029066062816。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使学习张量产生了 L2 0.4897554898284089 的变化；ONNX/原生最大动作误差为 1.1324882507324219e-6。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Final-100 均值：policy_loss -0.00032241872322629205，value_loss 0.37311747095896863，mean_loss 0.37279505291702664。</a:t>
            </a:r>
            <a:endParaRPr lang="en-US" sz="2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已保存结果 — 并非新的训练运行  /  秋千：教师辅助习得与 PPO 优化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结果：实际测量到了什么？  ·  3/3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Final-100 approximate_kl 0.00047223041314282455，clip_fraction 0.0969189453125，explained_variance -0.8998712115795674。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389534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98678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从零开始的 PPO 运行仅达到约 2.23 deg 跨度；继续进行 1,048,576 次转移虽然保持了较大跨度，但未通过几何结构和张力要求。</a:t>
            </a:r>
            <a:endParaRPr lang="en-US" sz="2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嵌入式离线视频  /  秋千：教师辅助习得与 PPO 优化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观看已保存的真实仿真轨迹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31</a:t>
            </a:r>
            <a:endParaRPr lang="en-US" sz="12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58368" y="1691640"/>
            <a:ext cx="7452360" cy="41970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39912" y="18470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3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播放前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439912" y="2322576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3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预测一个成功信号和一个失败信号。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8439912" y="36850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300" b="1" dirty="0" altLang="en-US">
                <a:solidFill>
                  <a:srgbClr val="D96C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播放后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439912" y="4151376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这个片段能支持哪些结论？哪些问题仍未检验？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731520" y="6044184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10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已保存的 24.0 s MP4  •  在 PowerPoint 幻灯片放映中单击  •  备用：videos/swing-rollout.mp4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秋千：教师辅助习得与 PPO 优化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局限与失败分析  ·  1/2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大幅度行为是通过特权教师标签、BC 和 DAgger 获得的；并非由全新 PPO 发现。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所选标称 seed 几乎完全相同，因为随机化、噪声、延迟、偏航和非零起始边界均已禁用。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采样到的正弹簧张力不包括安全限位约束力，也不能证明连续时间或硬件负载安全性。</a:t>
            </a:r>
            <a:endParaRPr lang="en-US" sz="205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尽管确定性策略网络（Actor）通过了单独的物理门槛，但从 explained_variance 看，价值网络（Critic）的拟合仍然较差。</a:t>
            </a:r>
            <a:endParaRPr lang="en-US" sz="2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秋千：教师辅助习得与 PPO 优化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局限与失败分析  ·  2/2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通过的结果使用标称 XML 模拟、一个教师族、一个 PPO seed、平面动作，并且没有扰动或 BAM 评估。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389534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98678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进一步的 PPO 可能损害已经胜任的策略；被拒绝的百万次转移检查点不是可接受的替代方案。</a:t>
            </a:r>
            <a:endParaRPr lang="en-US" sz="2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建议练习 — 并非实测结果  /  秋千：教师辅助习得与 PPO 优化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学生实验：只改一个变量，保留验收标准  ·  1/2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建议练习，并非已保存证据：推导 13 参数教师方程，并将其五个矢状面输出映射为 14 个动作。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建议练习，并非已保存证据：验证阶段 0 至 5 的累计 DAgger 行数和优化器更新次数。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9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建议练习，并非已保存证据：列出交接时的策略网络（Actor）、价值网络（Critic）、log std、观测归一化器、回报归一化器和优化器。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建议练习，并非已保存证据：推导每次 rollout 4,096 次转移、128 次 rollout 和 1,024 个 PPO 优化器小批次。</a:t>
            </a:r>
            <a:endParaRPr lang="en-US" sz="2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建议练习 — 并非实测结果  /  秋千：教师辅助习得与 PPO 优化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学生实验：只改一个变量，保留验收标准  ·  2/2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418795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建议练习，并非已保存证据：解释为什么阶段 4 或 5 更低的 BC 损失不能推翻物理门槛未通过的结果。</a:t>
            </a:r>
            <a:endParaRPr lang="en-US" sz="2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  /  秋千：教师辅助习得与 PPO 优化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提交一个完整实验，而不只是一段视频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0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训练前：写下一个假设、要修改的参数、固定的基线、随机种子列表、验收标准，以及时间与转移数预算。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7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训练中：保存准确命令、环境版本、初始化方式、检查点，以及原始奖励、损失和 KL 指标。不得覆盖已有的参考运行。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7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训练后：使用相同随机种子评估冻结的导出策略；提交全部失败案例、汇总指标、完整轨迹视频和可追溯来源的结果表。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7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评分标准 / 10：可复现性 2；环境与奖励解释 2；PPO 与指标解读 2；如实验证 2；一个有证据依据的后续实验 2。</a:t>
            </a:r>
            <a:endParaRPr lang="en-US" sz="17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仓库相对路径 / 完整来源见备注  /  秋千：教师辅助习得与 PPO 优化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来源索引与延伸学习  ·  1/2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AGENTS.md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microduck_local/AGENTS.md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README.md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rlx/README.md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b="1" spc="160" kern="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仓库相对路径 / 完整来源见备注  /  秋千：教师辅助习得与 PPO 优化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来源索引与延伸学习  ·  2/2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docs/microduck-training-student-book/chapters/02a-ppo-code-lab.md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docs/microduck-training-student-book/chapters/02b-gae-workshop.md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scripts/scenarios/README.md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README.md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Community education — not affiliated with Pollen Robotics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Microduck PPO 课堂：秋千（简体中文）</dc:title>
  <dc:subject>基于仓库证据的 PPO 机器人训练：准备、环境、奖励、验证与结果</dc:subject>
  <dc:creator>Microduck Lab 课堂教材</dc:creator>
  <cp:lastModifiedBy>Microduck Lab classroom materials</cp:lastModifiedBy>
  <cp:revision>1</cp:revision>
  <dcterms:created xsi:type="dcterms:W3CDTF">2026-09-11T20:37:21Z</dcterms:created>
  <dcterms:modified xsi:type="dcterms:W3CDTF">2026-09-11T20:37:21Z</dcterms:modified>
</cp:coreProperties>
</file>