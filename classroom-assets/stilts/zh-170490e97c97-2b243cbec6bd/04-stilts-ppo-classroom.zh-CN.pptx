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高跷行走：使控制适应变化后的接触几何形状
用例：讲解形态感知仿真、分阶段近端策略优化（PPO）继续训练、指令方向行走门槛，以及为什么兼容的张量接口并不代表硬件安全。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用例：讲解形态感知仿真、分阶段近端策略优化（PPO）继续训练、指令方向行走门槛，以及为什么兼容的张量接口并不代表硬件安全。
学习目标：描述场景，解释观测到动作的映射和奖励，追踪一次 PPO 更新，运行有限预算实验，并用证据支撑评估结论。
证据仅涵盖一种固定的 2 cm 形态、blend 0、0.014 kg 质量和一个 0.25 m/s 指令；形态泛化能力未知。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1/2
使用 Apple Silicon Mac，并安装 RLX/MLX、MuJoCo、ONNX Runtime、渲染依赖和 Node。
已跟踪的基础和优化配方：stilts-base.json 和 stilts.json。
程序化生成的刚性高跷刚体、网格碰撞体、移动后的足部 site，以及抬高后的 STAND 关键帧。
已保存的基础检查点及其相邻的归一化附属文件；优化阶段二者缺一不可。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2/2
最终检查点、ONNX 策略网络（Actor）、评估 JSON、五种子轨迹、优化器 JSONL、MP4、接触表和渲染回执。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1/2
50 Hz 下的标称 XML MuJoCo，使用 2 cm 高跷、blend 0，并为每只脚增加 0.014 kg 质量。
禁用原始脚底碰撞体；每个脚踝均获得一个刚性高跷网格、新碰撞体、底部足部 site 和抬高后的站立根节点。
观测仍为 float32 batch x 61；高跷高度、blend、质量、接触、世界位置和绝对偏航角均不是策略网络（Actor）的输入。
动作仍为 float32 batch x 14 的原始目标偏移；原始值会被观测并施加惩罚，而实际应用的偏移会裁剪到 [-4,4]。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2/2
固定扭转指令为 [0.25,0,0]；回合时域为 500 步或 10 秒。
域随机化、观测噪声、动作延迟和随机偏航均已禁用；该策略专用于一种形态。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材料：机器人 + 参与碰撞的高跷
02 / 接触：适应支撑几何形状
03 / 目标：速度 + 稳定支撑
04 / 训练：基础 PPO → 微调
05 / 验证：进展 + 接触审计
06 / 证据：种子扫描 + 高跷视频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1/2
在创建环境之前构建形态：禁用脚底碰撞体、连接两个刚性高跷刚体、移动接触 site，并将 STAND 抬高 0.02 m。
从随机的策略网络（Actor）和价值网络（Critic）权重开始训练 Stilt v2，共进行 6,000,640 次转移，固定指令为 0.25 m/s。
保留 v2 的失败结果：它学会了交替移动，但五个历史回合中有四个未通过带符号的预期方向位移门槛。
将检查点和 .safetensors.json 附属文件复制到新的 v3 运行中；保留策略网络（Actor）、价值网络（Critic）、log std 和归一化谱系。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2/2
优化训练 1,048,576 次转移，同时将角速度跟踪权重从 0.5 提高到 4，并保持形态和门槛不变。
导出确定性 ONNX，并按照预期方向位移和双侧接触事件标准评估完整的 10 秒回合。
针对零动作、随机动作和初始控制审计种子 501-505；验证 ONNX 一致性并检查完整的高跷 MP4。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1/2
track_lin_vel 20：高斯机体坐标系指令跟踪，包括垂直速度误差。
track_ang_vel 4：高斯偏航指令跟踪，加上横滚/俯仰角速度代价；基础权重为 0.5。
upright 1：有界的投影重力姿态得分；pose 仍然存在，权重为 0。
feet_air_time 4：针对行走窗口内每只脚腾空计时器的稠密奖励。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2/2
head_pose 0.1 跟踪头部指令；ang_vel_xy_penalty 0.02 按构造始终为非正值。
继承的动作变化率惩罚按 0.2 重新缩放，并遵循贯穿环境生命周期的调度，最高达到有效系数 0.20。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1/2
基础 v2：种子 7，6,000,640 次转移，16 个环境 x 128 步，2,930 次回合采样，46,880 个优化器小批次，学习率 0.0003。
继续训练 v3：1,048,576 次转移，512 次回合采样，8,192 个优化器小批次，学习率 0.0001。
所选完整谱系：7,049,216 次转移、3,442 个回合采样/更新周期和 55,072 个优化器小批次。
两个阶段均采用 4 个小批次 × 4 轮优化，gamma 0.99、GAE lambda 0.95、裁剪系数 0.2、价值系数 1、熵系数 0、最大梯度范数 0.5。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2/2
基础阶段的初始 std 为 0.6；继续训练会加载已学习的策略网络（Actor）、价值网络（Critic）、log std、观测统计量和回报统计量，但从全新的 Adam 状态开始。
更新日志字段：phase、steps、seconds、optimizer_steps、mean_loss、policy_loss、value_loss、entropy、approximate_kl、clip_fraction、explained_variance、env_steps。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1/3
工作目录：.
./scripts/train-stilts.sh --dry-run
在不训练的情况下检查受保护的两阶段 Stilt 流水线。
工作目录：.
./scripts/train-stilts.sh
使用全新输出运行独立的完整 Stilt 基础和优化流水线。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2/3
工作目录：.
RUN=stilts-classroom-$(date +%Y%m%d-%H%M%S); ./scripts/train-stilts.sh --recipe-json docs/remaining-scenarios-e2e/recipes/stilts.json --init-from rlx/runs/studio/stilts/stilts-e2e-20260907-v2/stilts.safetensors --run-name "$RUN"
在新的运行中使用保留的 v2 检查点及其相邻附属文件进行优化；将 RUN 保留在此终端中供后续审计使用。需要被忽略的历史基础制品。
工作目录：.
rlx/.venv-microduck/bin/python rlx/scripts/audit_scenarios.py --recipe-json docs/remaining-scenarios-e2e/recipes/stilts.json --run "rlx/runs/studio/stilts/${RUN:?Run the refinement command first in this shell}" --output "rlx/artifacts/$RUN-audit" --seeds 501 502 503 504 505 --render
在五个留出的重置种子上审计已完成的 Stilt 复现。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3/3
工作目录：.
python3 -m unittest discover -s scripts/scenarios -p 'test_*.py'
运行场景流程单元测试，不启动训练。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图表来源：rlx/runs/studio/stilts/stilts-e2e-20260907-v3/training-metrics.jsonl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图表来源：rlx/runs/studio/stilts/stilts-e2e-20260907-v3/training-metrics.jsonl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图表来源：rlx/runs/studio/stilts/stilts-e2e-20260907-v3/training-metrics.jsonl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1/3
approximate_kl：初始 0.7690 → 最终 0.01645；最小值 0.01199，最大值 0.7690；记录了 512 个样本。
clip_fraction：初始 0.8031 → 最终 0.1975；最小值 0.1729，最大值 0.8031；记录了 512 个样本。
entropy：初始 1.885 → 最终 1.044；最小值 1.042，最大值 1.915；记录了 512 个样本。
explained_variance：初始 -0.6301 → 最终 -0.05376；最小值 -4.396，最大值 0.9882；记录了 512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2/3
mean_loss：初始 0.05201 → 最终 -0.02159；最小值 -0.02890，最大值 0.05201；记录了 512 个样本。
mean_raw_return：初始 9733 → 最终 9516；最小值 -1078，最大值 1.008e+4；记录了 1597 个样本。
mean_reward：初始 0.03273 → 最终 0.03256；最小值 0.03087，最大值 0.03439；记录了 512 个样本。
policy_loss：初始 0.05076 → 最终 -0.02173；最小值 -0.02894，最大值 0.05076；记录了 512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3/3
value_loss：初始 0.001246 → 最终 0.0001441；最小值 0.00002407，最大值 0.04076；记录了 512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1/2
要求每个回合在不终止的情况下完成 500 个样本，物理指标均为有限值，且直立比例 &gt;= 0.95。
要求指令有效比例 &gt;= 0.50、定向速度 &gt;= 0.06 m/s、带符号的预期方向位移 &gt;= 0.30 m，并且速度比 &gt;= 0.30。
要求至少有 4 次交替支撑切换，每只脚的腾空比例 &gt;= 0.05、接触比例 &gt;= 0.10，并有双侧抬脚/触地事件。
不要求双脚同时腾空的最小值；所选步态的 0.002 双脚腾空比例符合行走而非跑步。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2/2
验证准确的实验身份：2 cm 高度、blend 0、每只脚 0.014 kg、固定 0.25 m/s 指令和标称 XML 设置。
要求负对照失败；验证哈希、有限 JSONL 指标、动态 batch x 61 到 x 14 ONNX、一致性、已解码 MP4 和接触表。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1/3
实际最终证据：stilts-e2e-20260907-v3 为 PASS；Studio 评估通过了 16/16 个完整的 10 秒回合。
独立种子 501-505 通过 5/5；定向速度为 0.22997129111680586-0.2416003712839324 m/s。
带符号的预期方向位移为 1.2806188720775356-2.2887101436867505 m；速度比为 0.9198851644672235-0.9664014851357297。
全部五个回合的直立比例均为 1.0，支撑切换为 90-92 次，左脚腾空比例为 0.364-0.41000000000000003，右脚腾空比例为 0.35-0.36。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2/3
五种子审计的每个回合中，双脚腾空比例均为 0.002；Stilt 门槛没有双脚腾空最小值。
v2 初始化器已经通过对比种子 501；v3 将原始回报从 10431.73 提高到 11189.72，变化量为 757.9966477797989。
零动作在 39-46 步后倒下，随机动作也失败；释放后的瞬时速度不满足时域、位移或支撑门槛。
ONNX/原生动作的最大误差为 9.5367431640625e-7；已学习张量相对初始化器的 L2 变化为 6.614700815060063。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3/3
最终 100 个样本的均值：policy_loss -0.02061349222087301、value_loss 0.00126573708695787、mean_loss -0.01934775511010912。
最终 100 个样本：approximate_kl 0.01905187215463229、clip_fraction 0.2322412109375、explained_variance 0.19922025200911597。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来源：rlx/runs/studio/stilts/stilts-e2e-20260907-v3/render/ep0.mp4
嵌入视频逐字节复制，未重新生成或加速。单个视频不等于多随机种子评估。PowerPoint 播放需要点击；如果其他演示软件不能解码嵌入媒体，请使用本地播放器打开附带的 MP4。
证据仅涵盖一种固定的 2 cm 形态、blend 0、0.014 kg 质量和一个 0.25 m/s 指令；形态泛化能力未知。
高度、blend 和质量均未被策略网络（Actor）观测，因此改变硬件几何形状超出了已演示任务的范围。
基础阶段已通过一个对比种子；v3 证明的是优化效果，不能将学会高跷行走完全归功于它。
未测试 BAM 动力学、总线延迟、随机化质量/摩擦/噪声/延迟/偏航、不平地形、推力或其他高跷尺寸。
仿真未包含连接柔顺性、回程间隙、公差、松动、线缆布置、电流限制、温度、电池压降和冲击。
兼容的 61-to-14 ONNX 接口是部署工具所必需的，但并不是物理安全认证。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1/2
证据仅涵盖一种固定的 2 cm 形态、blend 0、0.014 kg 质量和一个 0.25 m/s 指令；形态泛化能力未知。
高度、blend 和质量均未被策略网络（Actor）观测，因此改变硬件几何形状超出了已演示任务的范围。
基础阶段已通过一个对比种子；v3 证明的是优化效果，不能将学会高跷行走完全归功于它。
未测试 BAM 动力学、总线延迟、随机化质量/摩擦/噪声/延迟/偏航、不平地形、推力或其他高跷尺寸。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2/2
仿真未包含连接柔顺性、回程间隙、公差、松动、线缆布置、电流限制、温度、电池压降和冲击。
兼容的 61-to-14 ONNX 接口是部署工具所必需的，但并不是物理安全认证。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1/2
建议练习，非已保存证据：定位可观测的偏航角速度索引，并列出策略网络（Actor）输入中缺失的形态变量。
建议练习，非已保存证据：计算权重 20 下，速度 (0.20,0.02,0.01) 和指令 (0.25,0,0) 对应的线速度跟踪奖励。
建议练习，非已保存证据：解释为什么仅移动足部 site 无法复现变化后的碰撞几何形状。
建议练习，非已保存证据：验证基础阶段和继续训练阶段的近端策略优化（PPO）计数，并区分新转移与 epoch 重用。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2/2
建议练习，非已保存证据：预先声明由高跷高度、blend 和质量组成的留出矩阵，并给出通过/失败解释。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AGENTS.md
microduck_local/AGENTS.md
microduck_local/src/microduck_local/contract.py
README.md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README.md
rlx/README.md
scripts/train-stilts.sh
scripts/scenarios/README.md
docs/microduck-training-student-book/chapters/05-stilts.md
docs/microduck-training-student-book/REPRODUCTION.md
docs/remaining-scenarios-e2e/REPORT.md
docs/remaining-scenarios-e2e/recipes/stilts-base.json
docs/remaining-scenarios-e2e/recipes/stilts.json
rlx/rlx/environments/microduck_recipes.py
rlx/scripts/audit_scenarios.py
rlx/runs/studio/stilts/stilts-e2e-20260907-v3/stilts.safetensors.json
rlx/runs/studio/stilts/stilts-e2e-20260907-v3/evaluation.json
rlx/runs/studio/stilts/stilts-e2e-20260907-v3/render/evidence.json
rlx/artifacts/scenarios-e2e-20260907/stilts-v3-audit/audit.json
PPO 教学参考资料：
docs/microduck-training-student-book/chapters/02a-ppo-code-lab.md
docs/microduck-training-student-book/chapters/02b-gae-workshop.md
scripts/scenarios/README.md
README.md
证据版本：2026-09-11。完整的原始记录指标打包在 raw/stilts/ 下。有关可准确复制的命令和详细案例证据，请使用配套教师指南和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1-1.mp4"/><Relationship Id="rId2" Type="http://schemas.microsoft.com/office/2007/relationships/media" Target="../media/media-31-1.mp4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04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高跷行走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高跷行走：使控制适应变化后的接触几何形状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stilts/rollout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084546"/>
            <a:ext cx="5349240" cy="300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spc="10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用例：讲解形态感知仿真、分阶段近端策略优化（PPO）继续训练、指令方向行走门槛，以及为什么兼容的张量接口并不代表硬件安全。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证据仅涵盖一种固定的 2 cm 形态、blend 0、0.014 kg 质量和一个 0.25 m/s 指令；形态泛化能力未知。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Apple Silicon Mac，并安装 RLX/MLX、MuJoCo、ONNX Runtime、渲染依赖和 Node。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已跟踪的基础和优化配方：stilts-base.json 和 stilts.json。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程序化生成的刚性高跷刚体、网格碰撞体、移动后的足部 site，以及抬高后的 STAND 关键帧。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已保存的基础检查点及其相邻的归一化附属文件；优化阶段二者缺一不可。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最终检查点、ONNX 策略网络（Actor）、评估 JSON、五种子轨迹、优化器 JSONL、MP4、接触表和渲染回执。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Hz 下的标称 XML MuJoCo，使用 2 cm 高跷、blend 0，并为每只脚增加 0.014 kg 质量。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禁用原始脚底碰撞体；每个脚踝均获得一个刚性高跷网格、新碰撞体、底部足部 site 和抬高后的站立根节点。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观测仍为 float32 batch x 61；高跷高度、blend、质量、接触、世界位置和绝对偏航角均不是策略网络（Actor）的输入。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动作仍为 float32 batch x 14 的原始目标偏移；原始值会被观测并施加惩罚，而实际应用的偏移会裁剪到 [-4,4]。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固定扭转指令为 [0.25,0,0]；回合时域为 500 步或 10 秒。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域随机化、观测噪声、动作延迟和随机偏航均已禁用；该策略专用于一种形态。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材料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5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 + 参与碰撞的高跷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接触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适应支撑几何形状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目标函数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速度 + 稳定支撑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训练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 PPO → 微调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 + 接触审计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种子扫描 + 高跷视频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在创建环境之前构建形态：禁用脚底碰撞体、连接两个刚性高跷刚体、移动接触 site，并将 STAND 抬高 0.02 m。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从随机的策略网络（Actor）和价值网络（Critic）权重开始训练 Stilt v2，共进行 6,000,640 次转移，固定指令为 0.25 m/s。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 v2 的失败结果：它学会了交替移动，但五个历史回合中有四个未通过带符号的预期方向位移门槛。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将检查点和 .safetensors.json 附属文件复制到新的 v3 运行中；保留策略网络（Actor）、价值网络（Critic）、log std 和归一化谱系。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优化训练 1,048,576 次转移，同时将角速度跟踪权重从 0.5 提高到 4，并保持形态和门槛不变。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导出确定性 ONNX，并按照预期方向位移和双侧接触事件标准评估完整的 10 秒回合。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针对零动作、随机动作和初始控制审计种子 501-505；验证 ONNX 一致性并检查完整的高跷 MP4。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似然比 ratio = πnew(a | o) / πold(a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track_lin_vel 20：高斯机体坐标系指令跟踪，包括垂直速度误差。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track_ang_vel 4：高斯偏航指令跟踪，加上横滚/俯仰角速度代价；基础权重为 0.5。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upright 1：有界的投影重力姿态得分；pose 仍然存在，权重为 0。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feet_air_time 4：针对行走窗口内每只脚腾空计时器的稠密奖励。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head_pose 0.1 跟踪头部指令；ang_vel_xy_penalty 0.02 按构造始终为非正值。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继承的动作变化率惩罚按 0.2 重新缩放，并遵循贯穿环境生命周期的调度，最高达到有效系数 0.20。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 v2：种子 7，6,000,640 次转移，16 个环境 x 128 步，2,930 次回合采样，46,880 个优化器小批次，学习率 0.0003。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继续训练 v3：1,048,576 次转移，512 次回合采样，8,192 个优化器小批次，学习率 0.0001。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所选完整谱系：7,049,216 次转移、3,442 个回合采样/更新周期和 55,072 个优化器小批次。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两个阶段均采用 4 个小批次 × 4 轮优化，gamma 0.99、GAE lambda 0.95、裁剪系数 0.2、价值系数 1、熵系数 0、最大梯度范数 0.5。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基础阶段的初始 std 为 0.6；继续训练会加载已学习的策略网络（Actor）、价值网络（Critic）、log std、观测统计量和回报统计量，但从全新的 Adam 状态开始。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更新日志字段：phase、steps、seconds、optimizer_steps、mean_loss、policy_loss、value_loss、entropy、approximate_kl、clip_fraction、explained_variance、env_steps。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./scripts/train-stilts.sh --dry-run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在不训练的情况下检查受保护的两阶段 Stilt 流水线。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./scripts/train-stilts.sh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使用全新输出运行独立的完整 Stilt 基础和优化流水线。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RUN=stilts-classroom-$(date +%Y%m%d-%H%M%S); ./scripts/train-stilts.sh --recipe-json docs/remaining-scenarios-e2e/recipes/stilts.json --init-from rlx/runs/studio/stilts/stilts-e2e-20260907-v2/stilts.safetensors --run-name "$RUN"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在新的运行中使用保留的 v2 检查点及其相邻附属文件进行优化；将 RUN 保留在此终端中供后续审计使用。需要被忽略的历史基础制品。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rlx/scripts/audit_scenarios.py --recipe-json docs/remaining-scenarios-e2e/recipes/stilts.json --run "rlx/runs/studio/stilts/${RUN:?Run the refinement command first in this shell}" --output "rlx/artifacts/$RUN-audit" --seeds 501 502 503 504 505 --render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在五个留出的重置种子上审计已完成的 Stilt 复现。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python3 -m unittest discover -s scripts/scenarios -p 'test_*.py'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运行场景流程单元测试，不启动训练。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stilts/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训练奖励是优化信号，不是验收标准。完整记录字段见 raw/&lt;case&gt;/。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stilts/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损失更低，不等于机器人技能更好。损失的符号和数值尺度取决于具体实现。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stilts/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熵、裁剪比例、解释方差和耗时都是诊断指标，不能单独构成通过或失败的证明。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approximate_kl：初始 0.7690 → 最终 0.01645；最小值 0.01199，最大值 0.7690；记录了 512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clip_fraction：初始 0.8031 → 最终 0.1975；最小值 0.1729，最大值 0.8031；记录了 512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entropy：初始 1.885 → 最终 1.044；最小值 1.042，最大值 1.915；记录了 512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explained_variance：初始 -0.6301 → 最终 -0.05376；最小值 -4.396，最大值 0.9882；记录了 512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mean_loss：初始 0.05201 → 最终 -0.02159；最小值 -0.02890，最大值 0.05201；记录了 512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mean_raw_return：初始 9733 → 最终 9516；最小值 -1078，最大值 1.008e+4；记录了 1597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mean_reward：初始 0.03273 → 最终 0.03256；最小值 0.03087，最大值 0.03439；记录了 512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policy_loss：初始 0.05076 → 最终 -0.02173；最小值 -0.02894，最大值 0.05076；记录了 512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value_loss：初始 0.001246 → 最终 0.0001441；最小值 0.00002407，最大值 0.04076；记录了 512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要求每个回合在不终止的情况下完成 500 个样本，物理指标均为有限值，且直立比例 &gt;= 0.95。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要求指令有效比例 &gt;= 0.50、定向速度 &gt;= 0.06 m/s、带符号的预期方向位移 &gt;= 0.30 m，并且速度比 &gt;= 0.30。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要求至少有 4 次交替支撑切换，每只脚的腾空比例 &gt;= 0.05、接触比例 &gt;= 0.10，并有双侧抬脚/触地事件。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不要求双脚同时腾空的最小值；所选步态的 0.002 双脚腾空比例符合行走而非跑步。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验证准确的实验身份：2 cm 高度、blend 0、每只脚 0.014 kg、固定 0.25 m/s 指令和标称 XML 设置。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要求负对照失败；验证哈希、有限 JSONL 指标、动态 batch x 61 到 x 14 ONNX、一致性、已解码 MP4 和接触表。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已保存的结果 — 不是新的训练运行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实际最终证据：stilts-e2e-20260907-v3 为 PASS；Studio 评估通过了 16/16 个完整的 10 秒回合。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独立种子 501-505 通过 5/5；定向速度为 0.22997129111680586-0.2416003712839324 m/s。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带符号的预期方向位移为 1.2806188720775356-2.2887101436867505 m；速度比为 0.9198851644672235-0.9664014851357297。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全部五个回合的直立比例均为 1.0，支撑切换为 90-92 次，左脚腾空比例为 0.364-0.41000000000000003，右脚腾空比例为 0.35-0.36。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已保存的结果 — 不是新的训练运行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五种子审计的每个回合中，双脚腾空比例均为 0.002；Stilt 门槛没有双脚腾空最小值。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初始化器已经通过对比种子 501；v3 将原始回报从 10431.73 提高到 11189.72，变化量为 757.9966477797989。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零动作在 39-46 步后倒下，随机动作也失败；释放后的瞬时速度不满足时域、位移或支撑门槛。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ONNX/原生动作的最大误差为 9.5367431640625e-7；已学习张量相对初始化器的 L2 变化为 6.614700815060063。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已保存的结果 — 不是新的训练运行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 100 个样本的均值：policy_loss -0.02061349222087301、value_loss 0.00126573708695787、mean_loss -0.01934775511010912。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 100 个样本：approximate_kl 0.01905187215463229、clip_fraction 0.2322412109375、explained_variance 0.19922025200911597。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604418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 10.0 s MP4  •  在 PowerPoint 幻灯片放映中单击  •  备份：videos/stilts-rollout.mp4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证据仅涵盖一种固定的 2 cm 形态、blend 0、0.014 kg 质量和一个 0.25 m/s 指令；形态泛化能力未知。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高度、blend 和质量均未被策略网络（Actor）观测，因此改变硬件几何形状超出了已演示任务的范围。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基础阶段已通过一个对比种子；v3 证明的是优化效果，不能将学会高跷行走完全归功于它。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未测试 BAM 动力学、总线延迟、随机化质量/摩擦/噪声/延迟/偏航、不平地形、推力或其他高跷尺寸。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仿真未包含连接柔顺性、回程间隙、公差、松动、线缆布置、电流限制、温度、电池压降和冲击。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兼容的 61-to-14 ONNX 接口是部署工具所必需的，但并不是物理安全认证。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 — 非实测结果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建议练习，非已保存证据：定位可观测的偏航角速度索引，并列出策略网络（Actor）输入中缺失的形态变量。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建议练习，非已保存证据：计算权重 20 下，速度 (0.20,0.02,0.01) 和指令 (0.25,0,0) 对应的线速度跟踪奖励。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建议练习，非已保存证据：解释为什么仅移动足部 site 无法复现变化后的碰撞几何形状。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建议练习，非已保存证据：验证基础阶段和继续训练阶段的近端策略优化（PPO）计数，并区分新转移与 epoch 重用。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 — 非实测结果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建议练习，非已保存证据：预先声明由高跷高度、blend 和质量组成的留出矩阵，并给出通过/失败解释。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相对于仓库的路径 / 完整来源见备注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microduck_local/AGENTS.md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microduck_local/src/microduck_local/contract.py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相对于仓库的路径 / 完整来源见备注  /  高跷行走：使控制适应变化后的接触几何形状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课堂：高跷行走（简体中文）</dc:title>
  <dc:subject>基于仓库证据的 PPO 机器人训练：准备、环境、奖励、验证与结果</dc:subject>
  <dc:creator>Microduck Lab 课堂教材</dc:creator>
  <cp:lastModifiedBy>Microduck Lab classroom materials</cp:lastModifiedBy>
  <cp:revision>1</cp:revision>
  <dcterms:created xsi:type="dcterms:W3CDTF">2026-09-11T20:37:21Z</dcterms:created>
  <dcterms:modified xsi:type="dcterms:W3CDTF">2026-09-11T20:37:21Z</dcterms:modified>
</cp:coreProperties>
</file>