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064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篮球：盲式循环平衡，而非转向
用途：讲授循环策略状态、actor 策略网络热启动、物理辅助课程以及诚实的任务分解。保留的策略展示了在可自由移动的篮球上无辅助持续保持平衡，但尚未掌握按指令滚动和一般转向。
首先说明：搭建仿真训练流程，不等于策略已经掌握技能。封面图片截取自本案例的真实仿真轨迹视频，并非生成式插画。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你将构建什么？现有证据说明了什么？
用途：讲授循环策略状态、actor 策略网络热启动、物理辅助课程以及诚实的任务分解。保留的策略展示了在可自由移动的篮球上无辅助持续保持平衡，但尚未掌握按指令滚动和一般转向。
学习目标：描述场景，解释观测到动作的映射和奖励，追踪一次 PPO 更新，运行有限预算实验，并用证据支撑评估结论。
展示的结果是保持平衡，而不是维持静止的世界坐标位置、按指令滚动或转向。
适用范围：本地 MuJoCo 仿真。请勿将课堂产物直接部署到实体机器人；硬件迁移需要独立且经过验证的流程。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材料与准备条件  ·  1/3
采用 CPU BAM 执行器和 50 Hz 策略控制的 Microduck 全碰撞 MuJoCo 模型
一个可自由移动的篮球球体，半径 0.12 m，质量 0.62 kg
microduck-playground/src/mjlab_microduck/robot/assets/basketball/basketball.obj 和 basketball.png，用作不参与碰撞的视觉网格与纹理
microduck-playground/artifacts/basketball/checkpoint.pt 和 policy.onnx，作为经过哈希验证的 b11 源 actor 策略网络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材料与准备条件  ·  2/3
rlx/rlx/environments/basketball.py，用于场景物理、辅助、奖励、终止条件和指标
rlx/rlx/models/basketball.py，用于 LSTM256 actor 策略网络、全新 critic 价值网络、循环 ONNX 导出和一致性测试
rlx/examples/ppo_microduck_basketball.py，用于本地循环 PPO 近端策略优化续训
rlx/scripts/eval_basketball_local.py，用于确定性的首次跌倒评估和渲染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材料与准备条件  ·  3/3
rlx/runs/studio/basketball/basketball-balance-01/，用于保留的 Studio 策略、评估和预览
rlx/artifacts/basketball-local-20260910/，用于 102,400 步固定指令训练记录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环境与策略接口约定  ·  1/3
物理球体中心初始位于 z=0.121 m。机器人根部初始位于 z=0.368 m，在球顶附近保持直立；本任务不教授爬上篮球或从地面恢复。
物理步长为 0.005 s，每个动作包含四个子步，因此控制间隔为 0.02 s，策略频率为 50 Hz。
观测约定：float32[61]。索引 0:3 为躯干角速度；3:6 为投影重力；6:20 为关节偏移；20:34 为滞后一拍的关节速度；34:48 为上一个原始动作；48:51 为速度指令；51:61 为零填充。
动作约定：14 个关节目标偏移。实际目标为默认姿态加 clip(action, -4, 4)；观测保留上一个原始动作。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环境与策略接口约定  ·  2/3
actor 策略网络不会接收球的位置、速度、旋转、接触、半径或世界坐标位置信号。它是盲式循环 actor 策略网络，只能通过本体感知历史推断动力学。
循环 ONNX 输入为 obs [1,61]、h_in [1,1,256] 和 c_in [1,1,256]；输出为 actions [1,14]、h_out [1,1,256] 和 c_out [1,1,256]。
隐藏状态和细胞状态会跨普通步骤及指令变化延续，并在试验、回合、策略、环境或恢复边界处重置。
物理辅助阶梯的 hold 级别为 1、0.5、0.25、0.1、0.03 和 0。它只通过仿真施加恢复力和恢复力矩；奖励保持不变。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环境与策略接口约定  ·  3/3
保留的固定指令运行在 hold 0 且课程关闭的条件下训练。评估始终强制 hold 0，并且绝不会自动重置失败的试验。
直接评估采用 60 s、3,000 步、种子 101/202/303、随机初始偏航角、零指令和 0.15 m/s 前进指令，不施加推力、无观测噪声，也不进行质量/摩擦力域随机化。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本案例的构建流程
01 / 来源：热启动循环 actor 策略网络
02 / 场景：自由球体 + 真实接触
03 / PPO 近端策略优化：有序循环回放
04 / 导出：延续并重置隐藏状态
05 / 验证：平衡与滚动测试
06 / 证据：保持平衡，而非转向
这是用于解释流程的示意图，不是实测学习曲线。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逐步构建本案例  ·  1/3
加载源 actor 策略网络之前，验证所提供 b11 检查点和 ONNX 的哈希。
构建自由球 MuJoCo 场景，其中包含参与碰撞的球体，以及单独的无质量、不参与碰撞的视觉网格。
在球顶附近重置机器人，并将循环隐藏状态和细胞状态清零。
迁移成熟的循环 actor 策略网络并冻结其观测归一化器；初始化全新的 61 输入前馈 critic 价值网络和全新的 Adam 优化器。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逐步构建本案例  ·  2/3
按时间和环境收集完整的循环采样轨迹，保留初始隐藏/细胞张量和回合开始掩码。
在每个 PPO 近端策略优化训练轮次中回放完整的有序循环序列；不要将观测作为相互独立的行进行打乱。
在目标值 0.02 处应用 KL 提前停止，保存中间检查点，导出循环 ONNX，并在一致性比较期间测试一次状态重置。
将零指令平衡和按指令向前滚动作为不同类别分别评估。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逐步构建本案例  ·  3/3
每次试验都延续循环状态，直到首次跌倒或恰好达到 3,000 步；不要用自动重置掩盖失败。
检查支撑、倾斜、根部偏移、球移动距离、球旋转、定向进展、速度跟踪、辅助和接触漏洞。
撰写课堂结论之前，同时检查零指令平衡视频和失败的前进指令滚动视频。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PPO 裁剪代理目标
这是教学公式，不是已保存实验的测量值。优化器最小化负的策略代理目标，并加入具体实现定义的价值与熵项。PPO 裁剪并不构成 KL 的硬性上限，应监控 KL 和裁剪比例。策略损失或高斯分布熵为负，不一定表示错误。不同场景的奖励单位和优化器约定可能不同。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沿着一次轨迹采样，理解学习器的处理过程
使用当前随机策略采集观测、采样动作、旧策略对数概率、价值估计、奖励以及回合边界标记。
计算时序差分残差和广义优势估计（GAE）。真正终止时，后续价值为零；超时截断时，可以使用保存的最终观测进行价值自举。
在重置边界切断优势递推。不得使用下一回合的初始观测，对上一回合的超时状态进行价值自举。
重复使用同一批数据进行 PPO 小批次更新，再采集新的同策略数据。评估时导出确定性策略网络及其观测变换。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纸笔练习：计算样本数与裁剪目标
教学算例，并非本次实验：16 个环境 × 128 步 = 每次采样得到 2,048 条新转移。四轮优化重复使用这些转移，并不会产生 8,192 条新样本。
当 ε = 0.2、ratio = 1.4、A = +2 时：min(2.8, 2.4) = 2.4。在求平均和加入其他损失项之前，被最小化的策略项为 −2.4。
保持相同的 ratio，令 A = −2：min(−2.8, −2.4) = −2.8。请解释：优势符号改变后，裁剪为何呈现不对称效果？
在仓库根目录运行：python3 docs/microduck-training-student-book/learning_lab.py --gae。这是确定性的算术练习，不会训练新策略。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奖励设计：智能体因何获得奖励？  ·  1/3
名称：linear_tracking | 权重：1 | 符号：奖励 | 定义：exp(-sum((body_linear_velocity_xy - command_xy) squared) / 0.1)
名称：yaw_tracking | 权重：0.5 | 符号：奖励 | 定义：exp(-(gyro_z - command_yaw) squared / 0.5)
名称：upright | 权重：1 | 符号：奖励 | 定义：exp(-sum(projected_gravity_xy squared) / 0.09)
名称：centered | 权重：2 | 符号：奖励 | 定义：exp(-sum(horizontal trunk-to-ball offset squared) / 0.0016)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奖励设计：智能体因何获得奖励？  ·  2/3
名称：feet_on_ball | 权重：1 | 符号：奖励 | 定义：mean(exp(-foot-to-ball surface gap squared / 0.0004))
名称：height | 权重：1 | 符号：奖励 | 定义：exp(-(relative trunk height - ball radius - 0.125) squared / 0.0009)
名称：ball_speed_penalty | 权重：0.05 | 符号：惩罚 | 定义：-min(sum(ball horizontal velocity squared), 100)
名称：angular_velocity_penalty | 权重：0.05 | 符号：惩罚 | 定义：-min(sum(trunk roll/pitch angular velocity squared), 100)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奖励设计：智能体因何获得奖励？  ·  3/3
名称：action_rate_penalty | 权重：0.2 | 符号：惩罚 | 定义：-min(sum((last_action - previous_action) squared), 100)
名称：reward_scale | 权重：0.02 | 符号：时间缩放 | 定义：求和前，每个加权项都乘以 CTRL_DT=0.02；所有 hold/课程级别均使用相同权重。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已记录的训练配置  ·  1/2
配置：warm_start | 值：b11 第 6999 次迭代的 actor 策略网络、冻结的归一化器、全新的本地 critic 价值网络和全新的 Adam 优化器；并非恢复上游优化器
配置：fixed_command_run | 值：102,400 次本地转移，来自 100 次更新 x 8 个环境 x 128 步，指令 [0.15,0,0]，种子 42
配置：optimizer | 值：学习率 2e-6，最多 5 个循环回放训练轮次，目标 KL 0.02，最大梯度范数 1.0
配置：ppo_objective | 值：gamma 0.99，GAE lambda 0.95，clip 系数 0.2，value 系数 1.0，entropy 系数 0.01，归一化优势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已记录的训练配置  ·  2/2
配置：exploration_and_environment | 值：初始动作标准差 0.03，BAM 执行器，hold 0，课程关闭，推力关闭，观测噪声关闭，域随机化关闭
配置：checkpointing | 值：在第 25、50 和 75 次更新时保存中间产物；最终为第 100 次更新；actor 策略网络参数 L2 变化 0.042958568781614304
配置：telemetry_fields | 值：update; loss; policy_loss; value_loss; entropy; gradient_norm; approx_kl; epochs_completed; kl_early_stop; hold_min; hold_max; completed_episodes
配置：evidence_gap | 值：Studio 目录没有独立训练轨迹。图表使用归档的源适配摘要（100 次 PPO 近端策略优化更新），其检查点 SHA-256 与导入的 Studio 检查点完全匹配。未保留历史训练奖励序列。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实操命令：检查、冒烟测试与训练  ·  1/3
工作目录：.
rlx/.venv-microduck/bin/python -m pytest rlx/tests/test_basketball.py rlx/tests/test_basketball_policy.py rlx/tests/test_basketball_evaluation.py -q
运行场景、循环策略和评估诚实性约定测试。
工作目录：.
bash scripts/train-basketball.sh --output rlx/artifacts/basketball-smoke --num-envs 4 --updates 5 --steps 32 --learning-rate 2e-6
在全新输出目录中运行文档所述的五次更新训练冒烟测试。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实操命令：检查、冒烟测试与训练  ·  2/3
工作目录：.
bash scripts/train-basketball.sh --output rlx/artifacts/basketball-training --num-envs 8 --updates 100 --steps 128 --learning-rate 2e-6 --save-interval 25 --command .15 0 0
运行文档所述的无辅助固定前进指令本地适配。
工作目录：.
rlx/.venv-microduck/bin/python rlx/scripts/eval_basketball_local.py --policy rlx/artifacts/basketball-training/policy.onnx --output rlx/artifacts/basketball-evaluation --seconds 60 --seeds 101 202 303 --command 0 0 0 --command .15 0 0 --render
分别评估并渲染静止平衡和按指令滚动。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实操命令：检查、冒烟测试与训练  ·  3/3
工作目录：duck-viewer
npm run dev
打开 Studio，检查 basketball-balance-01，其中每个机器人都有独立的循环状态。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奖励：日志信号与真正的任务目标一致吗？
图表来源：rlx/artifacts/basketball-local-20260910/summary.json
归档的源适配更新；checkpoint.pt SHA-256 9223942c693d42c57174391b3086766da78ba47ee58bb59160cdd2e67ba36a94 与所选 Studio 检查点匹配。未保留奖励学习曲线。
训练奖励是优化信号，不是验收标准。完整记录字段见 raw/&lt;case&gt;/。
曲线展示未经平滑处理的原始记录。缺失表示日志未提供该字段。各奖励定义不同：mean_raw_return 为回合回报，mean_reward 为采集阶段的单步平均奖励，绘画的 mean_rollout_reward 为轨迹采样的单步平均奖励。请勿跨场景比较数值尺度。缺失指标不做插值，也不宣称进行了新实验。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损失：观察策略、价值估计与策略漂移
图表来源：rlx/artifacts/basketball-local-20260910/summary.json
归档的源适配更新；checkpoint.pt SHA-256 9223942c693d42c57174391b3086766da78ba47ee58bb59160cdd2e67ba36a94 与所选 Studio 检查点匹配。未保留奖励学习曲线。
损失更低，不等于机器人技能更好。损失的符号和数值尺度取决于具体实现。
曲线展示未经平滑处理的原始记录。缺失表示日志未提供该字段。各奖励定义不同：mean_raw_return 为回合回报，mean_reward 为采集阶段的单步平均奖励，绘画的 mean_rollout_reward 为轨迹采样的单步平均奖励。请勿跨场景比较数值尺度。缺失指标不做插值，也不宣称进行了新实验。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诊断：优化器的行为正常吗？
图表来源：rlx/artifacts/basketball-local-20260910/summary.json
归档的源适配更新；checkpoint.pt SHA-256 9223942c693d42c57174391b3086766da78ba47ee58bb59160cdd2e67ba36a94 与所选 Studio 检查点匹配。未保留奖励学习曲线。
熵、裁剪比例、解释方差和耗时都是诊断指标，不能单独构成通过或失败的证明。
曲线展示未经平滑处理的原始记录。缺失表示日志未提供该字段。各奖励定义不同：mean_raw_return 为回合回报，mean_reward 为采集阶段的单步平均奖励，绘画的 mean_rollout_reward 为轨迹采样的单步平均奖励。请勿跨场景比较数值尺度。缺失指标不做插值，也不宣称进行了新实验。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指标矩阵：本次日志的数值审计  ·  1/2
approx_kl：初始 0.08338 → 最终 0.01402；最小 0.003539，最大 0.08338；100 个记录样本。
entropy：初始 -29.23 → 最终 -29.14；最小 -29.23，最大 -29.14；100 个记录样本。
kl_early_stop：初始 1.000 → 最终 0.000；最小 0.000，最大 1.000；100 个记录样本。
loss：初始 1.660 → 最终 1.619；最小 1.310，最大 1.753；100 个记录样本。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指标矩阵：本次日志的数值审计  ·  2/2
policy_loss：初始 -7.637e-8 → 最终 -0.01592；最小 -0.02564，最大 0.003599；100 个记录样本。
value_loss：初始 1.368 → 最终 1.343；最小 1.037，最大 1.461；100 个记录样本。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验证：查看结果前先定义成功标准  ·  1/3
训练前验证源检查点和 ONNX SHA256；拒绝任意未经验证的源文件。
检查观测槽位 51:61 是否保持为零，以及 actor 策略网络是否未接收显式球状态。
确认循环隐藏/细胞状态会在正常步骤间延续，并恰好在回合边界处重置。
要求循环 PyTorch/ONNX 在 40 步内保持一致，并在第 20 步重置状态。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验证：查看结果前先定义成功标准  ·  2/3
在 hold 为零且无自动重置的条件下，按完整 3,000 步首次跌倒时域评估每次试验。
分别对 sustained_balance、controlled_rolling 和 learned_success 进行分类。
要获得平衡判定，要求机器人不接触地面、无非足部球体支撑、足部与球充分接触、倾斜和偏移受限且辅助为零。
对于向前滚动，还要求沿指令方向的有符号进展至少为 3.15 m，线速度跟踪 MAE 不超过 0.09 m/s，偏航跟踪 MAE 不超过 0.5 rad/s，并有充分的物理球体旋转。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验证：查看结果前先定义成功标准  ·  3/3
检查原始 MP4，而不要只依赖稀疏的接触表帧或旋转纹理。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结果：实际测量了什么  ·  1/2
事实：全部 6 次直接 60 秒试验均存活：种子 101、202 和 303 均在零指令和 0.15 m/s 前进指令下完成试验。| 来源：docs/basketball-showcase/evidence/evaluation.json
事实：全部 6 次试验均满足 sustained-balance 标准，但有 0/3 次前进指令试验满足 controlled-rolling 标准；汇总报告为 passed=false。| 来源：docs/basketball-showcase/evidence/evaluation.json
事实：最低足部-球体接触比例为 0.9993333333333333，即 99.93333333333332 百分比，最大倾斜为 4.733669151434107 度。| 来源：docs/basketball-showcase/evidence/evaluation.json
事实：三次前进指令的有符号进展值分别为 1.299956021320378 m、0.3004973917973738 m 和 0.35659880459696325 m，均低于 3.15 m 门槛。| 来源：docs/basketball-showcase/evidence/evaluation.json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结果：实际测量了什么  ·  2/2
事实：三次 0.15 m/s 试验的平均前进跟踪 MAE 为 0.13764476597849953 m/s，高于 0.09 m/s 门槛。| 来源：docs/basketball-showcase/evidence/evaluation.json
事实：固定指令运行增加了 102,400 次转移，使 actor 策略网络参数的 L2 距离变化 0.042958568781614304，并以最大循环一致性误差 1.430511474609375e-06 完成导出。| 来源：rlx/artifacts/basketball-local-20260910/summary.json
事实：最终更新记录了 loss 1.6185429096221924、policy_loss -0.015916798263788223、value_loss 1.343021035194397、entropy -29.143863677978516、approximate_kl 0.014023307710886002 和 epochs_completed 5。| 来源：rlx/artifacts/basketball-local-20260910/summary.json
事实：保留的 Studio 适配器另行评估种子 101-103，仍报告 6/6 次 sustained balance，且有 0/3 次按指令滚动通过。| 来源：rlx/runs/studio/basketball/basketball-balance-01/evaluation.json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已保存的策略视频
来源：rlx/runs/studio/basketball/basketball-balance-01/render/rollout.mp4
嵌入视频逐字节复制，未重新生成或加速。单个视频不等于多随机种子评估。PowerPoint 播放需要点击；如果其他演示软件不能解码嵌入媒体，请使用本地播放器打开附带的 MP4。
展示的结果是保持平衡，而不是维持静止的世界坐标位置、按指令滚动或转向。
当前 Studio 适配器未评估横向和偏航转向，因此完整技能成功按保守原则判定为失败。
机器人从球上开始；登上篮球、从地面恢复以及不同表面之间的转移不属于本任务。
actor 策略网络是热启动的成熟 b11 策略，并非由本地 102,400 步运行从头训练的策略。
本地 critic 价值网络和优化器是全新的，因此这并非上游 GPU 训练状态的精确续训。
损失图表是归档的源适配诊断，并非新的 Studio 训练运行。导入的检查点哈希匹配；ONNX 文件经过重新导出。历史训练奖励仍不可用。
这六次标称本地试验省略了传感器噪声、质量/摩擦力随机化和推力；它们未复现上游压力测试组。
历史直接评估哈希早于当前源快照；该报告是保留的证据，并非全新且逐字节一致的重新运行。
不对硬件平衡或安全性作出任何声明。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局限与失败分析  ·  1/3
展示的结果是保持平衡，而不是维持静止的世界坐标位置、按指令滚动或转向。
当前 Studio 适配器未评估横向和偏航转向，因此完整技能成功按保守原则判定为失败。
机器人从球上开始；登上篮球、从地面恢复以及不同表面之间的转移不属于本任务。
actor 策略网络是热启动的成熟 b11 策略，并非由本地 102,400 步运行从头训练的策略。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局限与失败分析  ·  2/3
本地 critic 价值网络和优化器是全新的，因此这并非上游 GPU 训练状态的精确续训。
损失图表是归档的源适配诊断，并非新的 Studio 训练运行。导入的检查点哈希匹配；ONNX 文件经过重新导出。历史训练奖励仍不可用。
这六次标称本地试验省略了传感器噪声、质量/摩擦力随机化和推力；它们未复现上游压力测试组。
历史直接评估哈希早于当前源快照；该报告是保留的证据，并非全新且逐字节一致的重新运行。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局限与失败分析  ·  3/3
不对硬件平衡或安全性作出任何声明。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学生实验：只改一个变量，保留验收标准  ·  1/3
跟踪 h_in/c_in 到 h_out/c_out 的五个步骤，插入一次回合重置，并标出两个循环张量必须归零的位置。
根据环境数、采样轨迹步数和更新次数计算 102,400 次转移。
针对给定的单步状态，计算每个加权奖励贡献，包括最终的 0.02 控制时间缩放。
比较 sustained_balance 和 controlled_rolling 标准，并找出获得转向判定所需的额外测量。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学生实验：只改一个变量，保留验收标准  ·  2/3
相对于 3.15 m 阈值绘制三个前进进展值，并解释为何肉眼可见的球体运动仍不足以通过。
检查零指令和前进指令视频，并标注支撑变化、漂移和相对相机的运动。
读取最终 PPO 近端策略优化损失记录，并解释为何其中的有限数值无法弥补历史奖励曲线的缺失。
提出一种滚动状态初始化课程，在保持评估和奖励权重不变的同时改变探索物理或生成位置。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学生实验：只改一个变量，保留验收标准  ·  3/3
分别为源 b11 性能、本地固定指令适配和 Studio 回放撰写证据陈述。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提交一个完整实验，而不只是一段视频
训练前：写下一个假设、要修改的参数、固定的基线、随机种子列表、验收标准，以及时间与转移数预算。
训练中：保存准确命令、环境版本、初始化方式、检查点，以及原始奖励、损失和 KL 指标。不得覆盖已有的参考运行。
训练后：使用相同随机种子评估冻结的导出策略；提交全部失败案例、汇总指标、完整轨迹视频和可追溯来源的结果表。
评分标准 / 10：可复现性 2；环境与奖励解释 2；PPO 与指标解读 2；如实验证 2；一个有证据依据的后续实验 2。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来源索引与延伸学习  ·  1/2
microduck_local/AGENTS.md
docs/student-book/microduck-lab-student-book.md
docs/basketball-bridge-book/chapters/en/03-ppo.md
docs/basketball-bridge-book/chapters/en/04-basketball.md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 altLang="en-US"/>
              <a:t>来源索引与延伸学习  ·  2/2
docs/microduck-training-student-book/chapters/02a-ppo-code-lab.md
docs/microduck-training-student-book/chapters/02b-gae-workshop.md
scripts/scenarios/README.md
README.md
教学方法：展示证据前，先请学生预测结果。明确区分已有测量、教学算例和拟议实验。不得暗示这些幻灯片展示了新训练的策略或真实硬件验证。
案例来源（相对于仓库根目录）：
microduck_local/AGENTS.md
docs/student-book/microduck-lab-student-book.md
docs/basketball-bridge-book/chapters/en/03-ppo.md
docs/basketball-bridge-book/chapters/en/04-basketball.md
docs/basketball-bridge-book/chapters/en/06-evidence.md
docs/basketball-showcase/README.md
docs/basketball-showcase/RESULTS.md
docs/basketball-showcase/evidence/evaluation.json
rlx/rlx/environments/basketball.py
rlx/rlx/models/basketball.py
rlx/examples/ppo_microduck_basketball.py
rlx/scripts/eval_basketball_local.py
scripts/train-basketball.sh
rlx/artifacts/basketball-local-20260910/summary.json
rlx/artifacts/basketball-mixed-20260910/summary.json
rlx/runs/studio/basketball/basketball-balance-01/checkpoint.pt.json
rlx/runs/studio/basketball/basketball-balance-01/evaluation.json
rlx/runs/studio/basketball/basketball-balance-01/render/evidence.json
PPO 教学参考资料：
docs/microduck-training-student-book/chapters/02a-ppo-code-lab.md
docs/microduck-training-student-book/chapters/02b-gae-workshop.md
scripts/scenarios/README.md
README.md
证据版本：2026-09-11。完整的原始记录指标打包在 raw/basketball/ 下。精确的可复制命令和详细案例证据见配套讲师指南及 evidence/cases.json。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CN" alt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八个案例 / 一种学习方法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 06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828800"/>
            <a:ext cx="55321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43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篮球平衡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685800" y="3328416"/>
            <a:ext cx="5230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3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篮球：盲式循环平衡，而非转向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85800" y="4645152"/>
            <a:ext cx="5230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7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环境设计 · PPO · 如实验证</a:t>
            </a:r>
            <a:endParaRPr lang="en-US" sz="1700" dirty="0"/>
          </a:p>
        </p:txBody>
      </p:sp>
      <p:pic>
        <p:nvPicPr>
          <p:cNvPr id="11" name="Image 0" descr="/Volumes/ExternalSSD/geoagent/microduck-lab/docs/classroom-ppt/assets/basketball/rollout-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84546"/>
            <a:ext cx="5349240" cy="30089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5550408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000" b="1" kern="0" spc="10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  →  训练  →  验证  →  讲解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你将构建什么？现有证据说明了什么？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5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用途：讲授循环策略状态、actor 策略网络热启动、物理辅助课程以及诚实的任务分解。保留的策略展示了在可自由移动的篮球上无辅助持续保持平衡，但尚未掌握按指令滚动和一般转向。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学习目标：描述场景，解释观测到动作的映射和奖励，追踪一次 PPO 更新，运行有限预算实验，并用证据支撑评估结论。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展示的结果是保持平衡，而不是维持静止的世界坐标位置、按指令滚动或转向。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8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适用范围：本地 MuJoCo 仿真。请勿将课堂产物直接部署到实体机器人；硬件迁移需要独立且经过验证的流程。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材料与准备条件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采用 CPU BAM 执行器和 50 Hz 策略控制的 Microduck 全碰撞 MuJoCo 模型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一个可自由移动的篮球球体，半径 0.12 m，质量 0.62 kg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9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microduck-playground/src/mjlab_microduck/robot/assets/basketball/basketball.obj 和 basketball.png，用作不参与碰撞的视觉网格与纹理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microduck-playground/artifacts/basketball/checkpoint.pt 和 policy.onnx，作为经过哈希验证的 b11 源 actor 策略网络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材料与准备条件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rlx/rlx/environments/basketball.py，用于场景物理、辅助、奖励、终止条件和指标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rlx/rlx/models/basketball.py，用于 LSTM256 actor 策略网络、全新 critic 价值网络、循环 ONNX 导出和一致性测试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rlx/examples/ppo_microduck_basketball.py，用于本地循环 PPO 近端策略优化续训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rlx/scripts/eval_basketball_local.py，用于确定性的首次跌倒评估和渲染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材料与准备条件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rlx/runs/studio/basketball/basketball-balance-01/，用于保留的 Studio 策略、评估和预览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rlx/artifacts/basketball-local-20260910/，用于 102,400 步固定指令训练记录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环境与策略接口约定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物理球体中心初始位于 z=0.121 m。机器人根部初始位于 z=0.368 m，在球顶附近保持直立；本任务不教授爬上篮球或从地面恢复。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物理步长为 0.005 s，每个动作包含四个子步，因此控制间隔为 0.02 s，策略频率为 50 Hz。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观测约定：float32[61]。索引 0:3 为躯干角速度；3:6 为投影重力；6:20 为关节偏移；20:34 为滞后一拍的关节速度；34:48 为上一个原始动作；48:51 为速度指令；51:61 为零填充。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8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动作约定：14 个关节目标偏移。实际目标为默认姿态加 clip(action, -4, 4)；观测保留上一个原始动作。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环境与策略接口约定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actor 策略网络不会接收球的位置、速度、旋转、接触、半径或世界坐标位置信号。它是盲式循环 actor 策略网络，只能通过本体感知历史推断动力学。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循环 ONNX 输入为 obs [1,61]、h_in [1,1,256] 和 c_in [1,1,256]；输出为 actions [1,14]、h_out [1,1,256] 和 c_out [1,1,256]。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9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隐藏状态和细胞状态会跨普通步骤及指令变化延续，并在试验、回合、策略、环境或恢复边界处重置。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7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物理辅助阶梯的 hold 级别为 1、0.5、0.25、0.1、0.03 和 0。它只通过仿真施加恢复力和恢复力矩；奖励保持不变。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环境与策略接口约定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保留的固定指令运行在 hold 0 且课程关闭的条件下训练。评估始终强制 hold 0，并且绝不会自动重置失败的试验。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直接评估采用 60 s、3,000 步、种子 101/202/303、随机初始偏航角、零指令和 0.15 m/s 前进指令，不施加推力、无观测噪声，也不进行质量/摩擦力域随机化。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案例构建流程：以证据形成验证闭环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来源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3042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8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热启动循环 actor 策略网络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471416" y="18288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54296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场景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23042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自由球体 + 真实接触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348472" y="18288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31352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PPO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31352" y="23042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有序循环回放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348472" y="38862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31352" y="4023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/ 导出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31352" y="43616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延续并重置隐藏状态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4471416" y="38862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54296" y="4023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/ 验证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54296" y="43616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平衡与滚动测试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94360" y="3886200"/>
            <a:ext cx="322783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4023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/ 证据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43616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保持平衡，而非转向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3840480" y="2441448"/>
            <a:ext cx="566928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708392" y="2441448"/>
            <a:ext cx="576072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939528" y="3145536"/>
            <a:ext cx="0" cy="621792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717536" y="4480560"/>
            <a:ext cx="530352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840480" y="4480560"/>
            <a:ext cx="530352" cy="0"/>
          </a:xfrm>
          <a:prstGeom prst="line">
            <a:avLst/>
          </a:prstGeom>
          <a:noFill/>
          <a:ln w="31750">
            <a:solidFill>
              <a:srgbClr val="087E8B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1520" y="56418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900" b="1" dirty="0" altLang="en-US">
                <a:solidFill>
                  <a:srgbClr val="D96C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失败也是数据：每次只改变一个因素，重新训练，并使用相同的验收标准。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逐步构建本案例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加载源 actor 策略网络之前，验证所提供 b11 检查点和 ONNX 的哈希。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构建自由球 MuJoCo 场景，其中包含参与碰撞的球体，以及单独的无质量、不参与碰撞的视觉网格。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在球顶附近重置机器人，并将循环隐藏状态和细胞状态清零。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9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迁移成熟的循环 actor 策略网络并冻结其观测归一化器；初始化全新的 61 输入前馈 critic 价值网络和全新的 Adam 优化器。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逐步构建本案例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按时间和环境收集完整的循环采样轨迹，保留初始隐藏/细胞张量和回合开始掩码。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在每个 PPO 近端策略优化训练轮次中回放完整的有序循环序列；不要将观测作为相互独立的行进行打乱。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在目标值 0.02 处应用 KL 提前停止，保存中间检查点，导出循环 ONNX，并在一致性比较期间测试一次状态重置。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将零指令平衡和按指令向前滚动作为不同类别分别评估。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逐步构建本案例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每次试验都延续循环状态，直到首次跌倒或恰好达到 3,000 步；不要用自动重置掩盖失败。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17906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316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27050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检查支撑、倾斜、根部偏移、球移动距离、球旋转、定向进展、速度跟踪、辅助和接触漏洞。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4611624"/>
            <a:ext cx="11045952" cy="13228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7487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4703064"/>
            <a:ext cx="973836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撰写课堂结论之前，同时检查零指令平衡视频和失败的前进指令滚动视频。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PPO：改进策略，同时避免盲目迈出过大一步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810512"/>
            <a:ext cx="10972800" cy="932688"/>
          </a:xfrm>
          <a:prstGeom prst="rect">
            <a:avLst/>
          </a:prstGeom>
          <a:solidFill>
            <a:srgbClr val="142D3B"/>
          </a:solidFill>
          <a:ln w="6350">
            <a:solidFill>
              <a:srgbClr val="142D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9751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900" b="1" dirty="0" altLang="en-US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ratio =</a:t>
            </a:r>
            <a:r>
              <a:rPr lang="zh-CN" sz="4800" b="1" dirty="0" altLang="en-US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π</a:t>
            </a:r>
            <a:r>
              <a:rPr lang="zh-CN" sz="2900" b="1" dirty="0" altLang="en-US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new(a | o) /</a:t>
            </a:r>
            <a:r>
              <a:rPr lang="zh-CN" sz="4800" b="1" dirty="0" altLang="en-US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π</a:t>
            </a:r>
            <a:r>
              <a:rPr lang="zh-CN" sz="2900" b="1" dirty="0" altLang="en-US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old(a | o)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5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最大化 mean[min(ratio × A, clip(ratio, 1 − ε, 1 + ε) × A)]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31520" y="390448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3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策略网络（Actor）：选择关节动作。价值网络（Critic）：估计未来折扣奖励。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31520" y="4809744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表示优势；ε 表示裁剪范围。每个采样批次的旧策略对数概率在更新时保持不变。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沿着一次轨迹采样，理解学习器的处理过程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使用当前随机策略采集观测、采样动作、旧策略对数概率、价值估计、奖励以及回合边界标记。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计算时序差分残差和广义优势估计（GAE）。真正终止时，后续价值为零；超时截断时，可以使用保存的最终观测进行价值自举。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在重置边界切断优势递推。不得使用下一回合的初始观测，对上一回合的超时状态进行价值自举。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8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重复使用同一批数据进行 PPO 小批次更新，再采集新的同策略数据。评估时导出确定性策略网络及其观测变换。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纸笔练习：计算样本数与裁剪目标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教学算例，并非本次实验：16 个环境 × 128 步 = 每次采样得到 2,048 条新转移。四轮优化重复使用这些转移，并不会产生 8,192 条新样本。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 ε = 0.2、ratio = 1.4、A = +2 时：min(2.8, 2.4) = 2.4。在求平均和加入其他损失项之前，被最小化的策略项为 −2.4。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保持相同的 ratio，令 A = −2：min(−2.8, −2.4) = −2.8。请解释：优势符号改变后，裁剪为何呈现不对称效果？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8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在仓库根目录运行：python3 docs/microduck-training-student-book/learning_lab.py --gae。这是确定性的算术练习，不会训练新策略。</a:t>
            </a:r>
            <a:endParaRPr lang="en-US" sz="1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奖励设计：智能体因何获得奖励？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名称：linear_tracking | 权重：1 | 符号：奖励 | 定义：exp(-sum((body_linear_velocity_xy - command_xy) squared) / 0.1)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名称：yaw_tracking | 权重：0.5 | 符号：奖励 | 定义：exp(-(gyro_z - command_yaw) squared / 0.5)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名称：upright | 权重：1 | 符号：奖励 | 定义：exp(-sum(projected_gravity_xy squared) / 0.09)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名称：centered | 权重：2 | 符号：奖励 | 定义：exp(-sum(horizontal trunk-to-ball offset squared) / 0.0016)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奖励设计：智能体因何获得奖励？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名称：feet_on_ball | 权重：1 | 符号：奖励 | 定义：mean(exp(-foot-to-ball surface gap squared / 0.0004))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名称：height | 权重：1 | 符号：奖励 | 定义：exp(-(relative trunk height - ball radius - 0.125) squared / 0.0009)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名称：ball_speed_penalty | 权重：0.05 | 符号：惩罚 | 定义：-min(sum(ball horizontal velocity squared), 100)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名称：angular_velocity_penalty | 权重：0.05 | 符号：惩罚 | 定义：-min(sum(trunk roll/pitch angular velocity squared), 100)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奖励设计：智能体因何获得奖励？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名称：action_rate_penalty | 权重：0.2 | 符号：惩罚 | 定义：-min(sum((last_action - previous_action) squared), 100)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名称：reward_scale | 权重：0.02 | 符号：时间缩放 | 定义：求和前，每个加权项都乘以 CTRL_DT=0.02；所有 hold/课程级别均使用相同权重。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已记录的训练配置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8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配置：warm_start | 值：b11 第 6999 次迭代的 actor 策略网络、冻结的归一化器、全新的本地 critic 价值网络和全新的 Adam 优化器；并非恢复上游优化器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0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配置：fixed_command_run | 值：102,400 次本地转移，来自 100 次更新 x 8 个环境 x 128 步，指令 [0.15,0,0]，种子 42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配置：optimizer | 值：学习率 2e-6，最多 5 个循环回放训练轮次，目标 KL 0.02，最大梯度范数 1.0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8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配置：ppo_objective | 值：gamma 0.99，GAE lambda 0.95，clip 系数 0.2，value 系数 1.0，entropy 系数 0.01，归一化优势</a:t>
            </a:r>
            <a:endParaRPr lang="en-US" sz="1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已记录的训练配置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配置：exploration_and_environment | 值：初始动作标准差 0.03，BAM 执行器，hold 0，课程关闭，推力关闭，观测噪声关闭，域随机化关闭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9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配置：checkpointing | 值：在第 25、50 和 75 次更新时保存中间产物；最终为第 100 次更新；actor 策略网络参数 L2 变化 0.042958568781614304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配置：telemetry_fields | 值：update; loss; policy_loss; value_loss; entropy; gradient_norm; approx_kl; epochs_completed; kl_early_stop; hold_min; hold_max; completed_episodes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5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配置：evidence_gap | 值：Studio 目录没有独立训练轨迹。图表使用归档的源适配摘要（100 次 PPO 近端策略优化更新），其检查点 SHA-256 与导入的 Studio 检查点完全匹配。未保留历史训练奖励序列。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讲师指南中也提供可复制命令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实操命令：检查、冒烟测试与训练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rlx/.venv-microduck/bin/python -m pytest rlx/tests/test_basketball.py rlx/tests/test_basketball_policy.py rlx/tests/test_basketball_evaluation.py -q</a:t>
            </a:r>
            <a:endParaRPr lang="en-US" sz="1400" dirty="0"/>
          </a:p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运行场景、循环策略和评估诚实性约定测试。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bash scripts/train-basketball.sh --output rlx/artifacts/basketball-smoke --num-envs 4 --updates 5 --steps 32 --learning-rate 2e-6</a:t>
            </a:r>
            <a:endParaRPr lang="en-US" sz="1400" dirty="0"/>
          </a:p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在全新输出目录中运行文档所述的五次更新训练冒烟测试。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讲师指南中也提供可复制命令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实操命令：检查、冒烟测试与训练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bash scripts/train-basketball.sh --output rlx/artifacts/basketball-training --num-envs 8 --updates 100 --steps 128 --learning-rate 2e-6 --save-interval 25 --command .15 0 0</a:t>
            </a:r>
            <a:endParaRPr lang="en-US" sz="1400" dirty="0"/>
          </a:p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运行文档所述的无辅助固定前进指令本地适配。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工作目录：.</a:t>
            </a:r>
            <a:endParaRPr lang="en-US" sz="1400" dirty="0"/>
          </a:p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rlx/.venv-microduck/bin/python rlx/scripts/eval_basketball_local.py --policy rlx/artifacts/basketball-training/policy.onnx --output rlx/artifacts/basketball-evaluation --seconds 60 --seeds 101 202 303 --command 0 0 0 --command .15 0 0 --render</a:t>
            </a:r>
            <a:endParaRPr lang="en-US" sz="1400" dirty="0"/>
          </a:p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分别评估并渲染静止平衡和按指令滚动。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讲师指南中也提供可复制命令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实操命令：检查、冒烟测试与训练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工作目录：duck-viewer</a:t>
            </a:r>
            <a:endParaRPr lang="en-US" sz="1400" dirty="0"/>
          </a:p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npm run dev</a:t>
            </a:r>
            <a:endParaRPr lang="en-US" sz="1400" dirty="0"/>
          </a:p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打开 Studio，检查 basketball-balance-01，其中每个机器人都有独立的循环状态。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与检查点匹配的源指标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奖励：日志信号与真正的任务目标一致吗？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1200" dirty="0"/>
          </a:p>
        </p:txBody>
      </p:sp>
      <p:pic>
        <p:nvPicPr>
          <p:cNvPr id="8" name="Image 0" descr="/Volumes/ExternalSSD/geoagent/microduck-lab/docs/classroom-ppt/assets/basketball/re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73352"/>
            <a:ext cx="10954512" cy="4178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90702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归档的源适配；与导入检查点的哈希完全匹配。未保留历史奖励曲线。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与检查点匹配的源指标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损失：观察策略、价值估计与策略漂移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1200" dirty="0"/>
          </a:p>
        </p:txBody>
      </p:sp>
      <p:pic>
        <p:nvPicPr>
          <p:cNvPr id="8" name="Image 0" descr="/Volumes/ExternalSSD/geoagent/microduck-lab/docs/classroom-ppt/assets/basketball/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73352"/>
            <a:ext cx="10954512" cy="4178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90702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归档的源适配；与导入检查点的哈希完全匹配。未保留历史奖励曲线。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与检查点匹配的源指标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诊断：优化器的行为正常吗？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1200" dirty="0"/>
          </a:p>
        </p:txBody>
      </p:sp>
      <p:pic>
        <p:nvPicPr>
          <p:cNvPr id="8" name="Image 0" descr="/Volumes/ExternalSSD/geoagent/microduck-lab/docs/classroom-ppt/assets/basketball/diagno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73352"/>
            <a:ext cx="10954512" cy="4178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90702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归档的源适配；与导入检查点的哈希完全匹配。未保留历史奖励曲线。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指标矩阵：本次日志的数值审计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approx_kl：初始 0.08338 → 最终 0.01402；最小 0.003539，最大 0.08338；100 个记录样本。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entropy：初始 -29.23 → 最终 -29.14；最小 -29.23，最大 -29.14；100 个记录样本。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kl_early_stop：初始 1.000 → 最终 0.000；最小 0.000，最大 1.000；100 个记录样本。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loss：初始 1.660 → 最终 1.619；最小 1.310，最大 1.753；100 个记录样本。</a:t>
            </a:r>
            <a:endParaRPr 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指标矩阵：本次日志的数值审计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policy_loss：初始 -7.637e-8 → 最终 -0.01592；最小 -0.02564，最大 0.003599；100 个记录样本。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3895344"/>
            <a:ext cx="11045952" cy="2039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3986784"/>
            <a:ext cx="97383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value_loss：初始 1.368 → 最终 1.343；最小 1.037，最大 1.461；100 个记录样本。</a:t>
            </a:r>
            <a:endParaRPr lang="en-US" sz="2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验证：查看结果前先定义成功标准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训练前验证源检查点和 ONNX SHA256；拒绝任意未经验证的源文件。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检查观测槽位 51:61 是否保持为零，以及 actor 策略网络是否未接收显式球状态。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确认循环隐藏/细胞状态会在正常步骤间延续，并恰好在回合边界处重置。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要求循环 PyTorch/ONNX 在 40 步内保持一致，并在第 20 步重置状态。</a:t>
            </a:r>
            <a:endParaRPr lang="en-US" sz="2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验证：查看结果前先定义成功标准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 hold 为零且无自动重置的条件下，按完整 3,000 步首次跌倒时域评估每次试验。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分别对 sustained_balance、controlled_rolling 和 learned_success 进行分类。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8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要获得平衡判定，要求机器人不接触地面、无非足部球体支撑、足部与球充分接触、倾斜和偏移受限且辅助为零。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对于向前滚动，还要求沿指令方向的有符号进展至少为 3.15 m，线速度跟踪 MAE 不超过 0.09 m/s，偏航跟踪 MAE 不超过 0.5 rad/s，并有充分的物理球体旋转。</a:t>
            </a:r>
            <a:endParaRPr lang="en-US" sz="1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验证：查看结果前先定义成功标准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检查原始 MP4，而不要只依赖稀疏的接触表帧或旋转纹理。</a:t>
            </a:r>
            <a:endParaRPr lang="en-US"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已保存结果——并非新的训练运行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结果：实际测量了什么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事实：全部 6 次直接 60 秒试验均存活：种子 101、202 和 303 均在零指令和 0.15 m/s 前进指令下完成试验。| 来源：docs/basketball-showcase/evidence/evaluation.json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事实：全部 6 次试验均满足 sustained-balance 标准，但有 0/3 次前进指令试验满足 controlled-rolling 标准；汇总报告为 passed=false。| 来源：docs/basketball-showcase/evidence/evaluation.json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事实：最低足部-球体接触比例为 0.9993333333333333，即 99.93333333333332 百分比，最大倾斜为 4.733669151434107 度。| 来源：docs/basketball-showcase/evidence/evaluation.json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事实：三次前进指令的有符号进展值分别为 1.299956021320378 m、0.3004973917973738 m 和 0.35659880459696325 m，均低于 3.15 m 门槛。| 来源：docs/basketball-showcase/evidence/evaluation.json</a:t>
            </a:r>
            <a:endParaRPr lang="en-US" sz="1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已保存结果——并非新的训练运行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结果：实际测量了什么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事实：三次 0.15 m/s 试验的平均前进跟踪 MAE 为 0.13764476597849953 m/s，高于 0.09 m/s 门槛。| 来源：docs/basketball-showcase/evidence/evaluation.json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事实：固定指令运行增加了 102,400 次转移，使 actor 策略网络参数的 L2 距离变化 0.042958568781614304，并以最大循环一致性误差 1.430511474609375e-06 完成导出。| 来源：rlx/artifacts/basketball-local-20260910/summary.json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5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事实：最终更新记录了 loss 1.6185429096221924、policy_loss -0.015916798263788223、value_loss 1.343021035194397、entropy -29.143863677978516、approximate_kl 0.014023307710886002 和 epochs_completed 5。| 来源：rlx/artifacts/basketball-local-20260910/summary.json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事实：保留的 Studio 适配器另行评估种子 101-103，仍报告 6/6 次 sustained balance，且有 0/3 次按指令滚动通过。| 来源：rlx/runs/studio/basketball/basketball-balance-01/evaluation.json</a:t>
            </a:r>
            <a:endParaRPr lang="en-US" sz="16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嵌入式离线视频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观看已保存的真实仿真轨迹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1200" dirty="0"/>
          </a:p>
        </p:txBody>
      </p:sp>
      <p:pic>
        <p:nvPicPr>
          <p:cNvPr id="8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58368" y="1691640"/>
            <a:ext cx="7452360" cy="41970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39912" y="1847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3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播放前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39912" y="2322576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3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预测一个成功信号和一个失败信号。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8439912" y="3685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300" b="1" dirty="0" altLang="en-US">
                <a:solidFill>
                  <a:srgbClr val="D96C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播放后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39912" y="4151376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这个片段能支持哪些结论？哪些问题仍未检验？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31520" y="6044184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10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已保存 60.0 s MP4  •  在 PowerPoint 幻灯片放映中单击  •  备用：videos/basketball-rollout.mp4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局限与失败分析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展示的结果是保持平衡，而不是维持静止的世界坐标位置、按指令滚动或转向。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 Studio 适配器未评估横向和偏航转向，因此完整技能成功按保守原则判定为失败。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机器人从球上开始；登上篮球、从地面恢复以及不同表面之间的转移不属于本任务。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actor 策略网络是热启动的成熟 b11 策略，并非由本地 102,400 步运行从头训练的策略。</a:t>
            </a:r>
            <a:endParaRPr lang="en-US" sz="2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局限与失败分析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 critic 价值网络和优化器是全新的，因此这并非上游 GPU 训练状态的精确续训。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损失图表是归档的源适配诊断，并非新的 Studio 训练运行。导入的检查点哈希匹配；ONNX 文件经过重新导出。历史训练奖励仍不可用。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这六次标称本地试验省略了传感器噪声、质量/摩擦力随机化和推力；它们未复现上游压力测试组。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历史直接评估哈希早于当前源快照；该报告是保留的证据，并非全新且逐字节一致的重新运行。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局限与失败分析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不对硬件平衡或安全性作出任何声明。</a:t>
            </a:r>
            <a:endParaRPr lang="en-US" sz="2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建议练习——并非测量结果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学生实验：只改一个变量，保留验收标准  ·  1/3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跟踪 h_in/c_in 到 h_out/c_out 的五个步骤，插入一次回合重置，并标出两个循环张量必须归零的位置。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根据环境数、采样轨迹步数和更新次数计算 102,400 次转移。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针对给定的单步状态，计算每个加权奖励贡献，包括最终的 0.02 控制时间缩放。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比较 sustained_balance 和 controlled_rolling 标准，并找出获得转向判定所需的额外测量。</a:t>
            </a:r>
            <a:endParaRPr lang="en-US" sz="2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建议练习——并非测量结果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学生实验：只改一个变量，保留验收标准  ·  2/3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相对于 3.15 m 阈值绘制三个前进进展值，并解释为何肉眼可见的球体运动仍不足以通过。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检查零指令和前进指令视频，并标注支撑变化、漂移和相对相机的运动。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读取最终 PPO 近端策略优化损失记录，并解释为何其中的有限数值无法弥补历史奖励曲线的缺失。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9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提出一种滚动状态初始化课程，在保持评估和奖励权重不变的同时改变探索物理或生成位置。</a:t>
            </a:r>
            <a:endParaRPr lang="en-US" sz="1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建议练习——并非测量结果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学生实验：只改一个变量，保留验收标准  ·  3/3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1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分别为源 b11 性能、本地固定指令适配和 Studio 回放撰写证据陈述。</a:t>
            </a:r>
            <a:endParaRPr lang="en-US" sz="2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PPO 机器人实验室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提交一个完整实验，而不只是一段视频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0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训练前：写下一个假设、要修改的参数、固定的基线、随机种子列表、验收标准，以及时间与转移数预算。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75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训练中：保存准确命令、环境版本、初始化方式、检查点，以及原始奖励、损失和 KL 指标。不得覆盖已有的参考运行。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7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训练后：使用相同随机种子评估冻结的导出策略；提交全部失败案例、汇总指标、完整轨迹视频和可追溯来源的结果表。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700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评分标准 / 10：可复现性 2；环境与奖励解释 2；PPO 与指标解读 2；如实验证 2；一个有证据依据的后续实验 2。</a:t>
            </a:r>
            <a:endParaRPr lang="en-US" sz="1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仓库相对路径 / 备注中提供完整来源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来源索引与延伸学习  ·  1/2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microduck_local/AGENTS.md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docs/student-book/microduck-lab-student-book.md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docs/basketball-bridge-book/chapters/en/03-ppo.md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docs/basketball-bridge-book/chapters/en/04-basketball.md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E8B"/>
          </a:solidFill>
          <a:ln w="635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00" b="1" kern="0" spc="160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仓库相对路径 / 备注中提供完整来源  /  篮球：盲式循环平衡，而非转向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31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来源索引与延伸学习  ·  2/2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09960" cy="13716"/>
          </a:xfrm>
          <a:prstGeom prst="rect">
            <a:avLst/>
          </a:prstGeom>
          <a:solidFill>
            <a:srgbClr val="CBD6DC"/>
          </a:solidFill>
          <a:ln w="6350">
            <a:solidFill>
              <a:srgbClr val="CB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dirty="0" altLang="en-US">
                <a:solidFill>
                  <a:srgbClr val="566C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MICRODUCK  /  仿真证据  /  2026年9月11日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4830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200" b="1" dirty="0" altLang="en-US">
                <a:solidFill>
                  <a:srgbClr val="142D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74650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183794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docs/microduck-training-student-book/chapters/02a-ppo-code-lab.md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282092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580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1236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docs/microduck-training-student-book/chapters/02b-gae-workshop.md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" y="389534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398678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scripts/scenarios/README.md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2064" y="4969764"/>
            <a:ext cx="11045952" cy="9646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069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 altLang="en-US">
                <a:solidFill>
                  <a:srgbClr val="087E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5061204"/>
            <a:ext cx="9738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 altLang="en-US">
                <a:solidFill>
                  <a:srgbClr val="142D3B"/>
                </a:solidFill>
                <a:latin typeface="Menlo" pitchFamily="34" charset="0"/>
                <a:ea typeface="PingFang SC" pitchFamily="34" charset="-122"/>
                <a:cs typeface="PingFang SC" pitchFamily="34" charset="-120"/>
              </a:rPr>
              <a:t>README.md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22910</Words>
  <Application>Microsoft Macintosh PowerPoint</Application>
  <PresentationFormat>Widescreen</PresentationFormat>
  <Paragraphs>535</Paragraphs>
  <Slides>43</Slides>
  <Notes>43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Aptos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Community education — not affiliated with Pollen Robotics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Microduck PPO 课堂：篮球平衡（简体中文）</dc:title>
  <dc:subject>基于仓库证据的 PPO 机器人训练：准备、环境、奖励、验证与结果</dc:subject>
  <dc:creator>Microduck Lab 课堂教材</dc:creator>
  <cp:lastModifiedBy>George Hu</cp:lastModifiedBy>
  <cp:revision>2</cp:revision>
  <dcterms:created xsi:type="dcterms:W3CDTF">2026-09-11T20:37:21Z</dcterms:created>
  <dcterms:modified xsi:type="dcterms:W3CDTF">2026-09-11T20:39:32Z</dcterms:modified>
</cp:coreProperties>
</file>