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舞蹈模仿：将定时编舞作为反馈控制
用例：讲解 PPO 如何将按时间索引的关节片段转化为平衡的 50 Hz 反馈控制器，然后通过确定性 ONNX 跟踪和空白对照证明动作效果。
首先说明：搭建仿真训练流程，不等于策略已经掌握技能。封面图片截取自本案例的真实仿真轨迹视频，并非生成式插画。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你将构建什么？现有证据说明了什么？
用例：讲解 PPO 如何将按时间索引的关节片段转化为平衡的 50 Hz 反馈控制器，然后通过确定性 ONNX 跟踪和空白对照证明动作效果。
学习目标：描述场景，解释观测到动作的映射和奖励，追踪一次 PPO 更新，运行有限预算实验，并用证据支撑评估结论。
本结论仅涵盖一个八秒片段，不涵盖完整的 60.923 秒源片段或任意编舞。
适用范围：本地 MuJoCo 仿真。请勿将课堂产物直接部署到实体机器人；硬件迁移需要独立且经过验证的流程。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1/2
配备已安装的 RLX 环境、MLX、MuJoCo、ONNX、ONNX Runtime、Pillow、ImageIO 和 FFmpeg 的 Apple Silicon Mac。
源编舞：dance-clip/bachata_microduck_v2.clip.json；所选证据使用其最初未经缩放的八秒。
准备好的 400 姿态参考：rlx/artifacts/dance-e2e-20260907/reference.clip.json。
训练和审计工具：ppo_microduck_studio.py、dance_e2e.py、audit_dance.py，以及 Studio HTTP 驱动程序。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2/2
已保存检查点、归一化 sidecar、确定性 ONNX 策略网络（Actor）、评估 JSON、MP4、缩略图表和 JSONL 遥测数据。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1/2
使用 XML 位置执行器的标称本地 MuJoCo；物理 dt 0.005 s，抽取率 4，控制 dt 0.02 s，即 50 Hz。
观测契约为 float32 batch x 61：陀螺仪 0:3，重力 3:6，关节位置 6:20，滞后速度 20:34，上一个动作 34:48，命令 48:61。
舞蹈通过将身体命令索引 59 和 60 替换为 sin(phase) 和 cos(phase) 来保持共享契约；扭转命令为零。
动作契约为 float32 batch x 14，采用部署关节顺序；存储原始策略网络（Actor）均值，应用的偏移量裁剪至 [-4,4] rad，然后加上 DEFAULT_POSE。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2/2
所选运行禁用了域随机化、观测噪声、动作延迟和随机偏航；常规重置扰动仍然保留。
片段加载器使用 14 个关节目标和 rootPitch；编写的根部偏航、横滚、位置和接触标注不作为模仿目标。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本案例的构建流程
01 / 参考：准备一个 8 秒片段
02 / 目标：400 个姿态，频率为 50 Hz
03 / 目标函数：姿态跟踪 + 平衡
04 / 训练：全新 PPO + 策略网络（Actor）/价值网络（Critic）
05 / 验证：跟踪 + 空白对照
06 / 证据：完整时域舞蹈视频
这是用于解释流程的示意图，不是实测学习曲线。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1/2
对 60.923 s 源片段进行哈希，并准备一个循环播放、未经缩放的八秒摘录，采样为 400 个控制频率姿态。
创建 Dance 配方，逐关节高斯姿态精度 sigma 0.2，16 个环境，128 步 rollout，以及全新的策略网络（Actor）和价值网络（Critic）权重。
训练随机性 PPO，同时分别记录归一化采集奖励、原始已完成回合回报和实际小批次优化器指标。
在 rollout 边界保存检查点，其中包括观测与奖励归一化统计数据以及准确的配方元数据。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2/2
将确定性策略网络（Actor）均值导出到 ONNX，并嵌入观测归一化；不导出价值网络（Critic）和动作采样。
运行严格的完整回合评估，然后渲染导出的策略，并独立比较已训练、零动作、未训练和冻结相位对照。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PPO 裁剪代理目标
这是教学公式，不是已保存实验的测量值。优化器最小化负的策略代理目标，并加入具体实现定义的价值与熵项。PPO 裁剪并不构成 KL 的硬性上限，应监控 KL 和裁剪比例。策略损失或高斯分布熵为负，不一定表示错误。不同场景的奖励单位和优化器约定可能不同。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沿着一次轨迹采样，理解学习器的处理过程
使用当前随机策略采集观测、采样动作、旧策略对数概率、价值估计、奖励以及回合边界标记。
计算时序差分残差和广义优势估计（GAE）。真正终止时，后续价值为零；超时截断时，可以使用保存的最终观测进行价值自举。
在重置边界切断优势递推。不得使用下一回合的初始观测，对上一回合的超时状态进行价值自举。
重复使用同一批数据进行 PPO 小批次更新，再采集新的同策略数据。评估时导出确定性策略网络及其观测变换。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纸笔练习：计算样本数与裁剪目标
教学算例，并非本次实验：16 个环境 × 128 步 = 每次采样得到 2,048 条新转移。四轮优化重复使用这些转移，并不会产生 8,192 条新样本。
当 ε = 0.2、ratio = 1.4、A = +2 时：min(2.8, 2.4) = 2.4。在求平均和加入其他损失项之前，被最小化的策略项为 −2.4。
保持相同的 ratio，令 A = −2：min(−2.8, −2.4) = −2.8。请解释：优势符号改变后，裁剪为何呈现不对称效果？
在仓库根目录运行：python3 docs/microduck-training-student-book/learning_lab.py --gae。这是确定性的算术练习，不会训练新策略。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1/2
pose_match 40：各关节 exp(-((q - q_ref)/0.2)^2) 的均值，替代继承而来的更宽泛姿态核。
rotation_match 4：奖励与片段参考根部俯仰一致的表现。
on_feet 5：奖励在跟随编舞时有支撑、保持直立的物理执行。
no_slip 0.5 和 no_spin 0.3：针对脚部打滑和过度旋转的非正惩罚。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2/2
gentle_head 1、soft_landings 0.75、no_limit_parking 1 和 save_energy 0.0005 是启用的惩罚项。
travel 0 禁用向前移动奖励；stick_it 5 存在但未启用，因为所选参考是循环的。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已记录的训练配置  ·  1/2
实际所选运行：seed 7，全新 PPO，4,001,792 次转移，16 个 fork 环境，每个环境 128 步，每次 rollout 2,048 次转移。
PPO 使用 4 个小批次 x 4 个 epoch：每个小批次 512 行，每次 rollout 16 个优化器步骤，共 1,954 次 rollout 和 31,264 个优化器步骤。
学习率 0.0001；gamma 0.99；广义优势估计（GAE）lambda 0.95；clip 0.2；价值系数 1；熵系数 0；最大梯度范数 0.5。
初始动作标准差为 0.1；策略网络（Actor）和价值网络（Critic）是彼此独立的 61-512-256-128 网络，使用 ELU 激活函数。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已记录的训练配置  ·  2/2
启用观测归一化和折扣回报奖励归一化；观测统计数据被冻结到导出的 ONNX 图中。
更新日志字段：phase、steps、seconds、optimizer_steps、mean_loss、policy_loss、value_loss、entropy、approximate_kl、clip_fraction、explained_variance、env_steps。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1/3
工作目录：.
./scripts/train-dance.sh --dry-run
在不训练的情况下检查当前随附的 Dance 流水线。
工作目录：.
./scripts/train-dance.sh
运行当前独立的 Full Dance 流水线，并生成带全新时间戳的输出。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2/3
工作目录：.
rlx/.venv-microduck/bin/python rlx/scripts/dance_e2e.py --source dance-clip/bachata_microduck_v2.clip.json --output rlx/artifacts/dance-reproduction-YYYYMMDD-HHMMSS --seconds 8 --train-steps 4001792 --run-name dance-e2e-reproduction-YYYYMMDD-HHMMSS
准备准确的历史八秒 Bachata 参考和配方；一致地替换时间戳标记。
工作目录：.
rlx/.venv-microduck/bin/python rlx/scripts/audit_dance.py --run rlx/runs/studio/dance/dance-e2e-reproduction-YYYYMMDD-HHMMSS --recipe rlx/artifacts/dance-reproduction-YYYYMMDD-HHMMSS/recipe.json --output rlx/artifacts/dance-reproduction-YYYYMMDD-HHMMSS/audit --seeds 101 102 103 104 105 --history-stride 2 --render
在不进一步进行 PPO 训练的情况下，使用留出 seed 审计已完成的准确配方复现。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3/3
工作目录：.
rlx/.venv-microduck/bin/python -m pytest rlx/tests/test_dance_evaluation.py rlx/tests/test_dance_pipeline.py rlx/tests/test_microduck_dance.py
运行聚焦于 Dance 契约和评估的测试。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奖励：日志信号与真正的任务目标一致吗？
图表来源：rlx/runs/studio/dance/dance-e2e-20260907-low-noise/training-metrics.jsonl
训练奖励是优化信号，不是验收标准。完整记录字段见 raw/&lt;case&gt;/。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损失：观察策略、价值估计与策略漂移
图表来源：rlx/runs/studio/dance/dance-e2e-20260907-low-noise/training-metrics.jsonl
损失更低，不等于机器人技能更好。损失的符号和数值尺度取决于具体实现。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诊断：优化器的行为正常吗？
图表来源：rlx/runs/studio/dance/dance-e2e-20260907-low-noise/training-metrics.jsonl
熵、裁剪比例、解释方差和耗时都是诊断指标，不能单独构成通过或失败的证明。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1/3
approximate_kl：首次 7.759 → 最终 0.08225；最小值 0.03034，最大值 7.759；记录了 1954 个样本。
clip_fraction：首次 0.9050 → 最终 0.4437；最小值 0.3440，最大值 0.9050；记录了 1954 个样本。
entropy：首次 -12.38 → 最终 -14.10；最小值 -14.10，最大值 -12.27；记录了 1954 个样本。
explained_variance：首次 -0.006817 → 最终 0.9283；最小值 -0.1084，最大值 0.9960；记录了 1954 个样本。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2/3
mean_loss：首次 2.261 → 最终 0.01790；最小值 -0.03312，最大值 2.261；记录了 1954 个样本。
mean_raw_return：首次 1234 → 最终 5343；最小值 940.8，最大值 1.788e+4；记录了 11820 个样本。
mean_reward：首次 0.2507 → 最终 0.04188；最小值 0.03332，最大值 0.2507；记录了 1954 个样本。
policy_loss：首次 0.08514 → 最终 -0.01620；最小值 -0.03472，最大值 0.1133；记录了 1954 个样本。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3/3
value_loss：首次 2.176 → 最终 0.03411；最小值 0.00004939，最大值 2.176；记录了 1954 个样本。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1/2
要求每个回合完成 400 个实测步骤且不终止，相位覆盖连续，轨迹均为有限值，并且至少 95% 的样本保持直立。
要求所有关节的姿态 RMSE &lt;= 0.15 rad，相对于恒定参考均值基线的动态增益 &gt;= 0.20，并且腿部动态增益为正。
要求至少两个腿部关节运动；所选参考有 12 个运动关节和 8 个运动腿部关节，阈值为 0.03 rad。
将确定性的已训练 ONNX 与零动作、未训练网络以及相位输入被冻结的已训练网络进行比较。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2/2
验证动态 batch x 61 输入和动态 batch x 14 输出、ONNX checker 成功、源哈希，以及原生/ONNX 动作一致性 &lt;= 1e-4。
检查完整 MP4 和带说明文字的缩略图表；仅凭奖励或有限值执行无法证明编舞效果。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1/3
实际最终证据：dance-e2e-20260907-low-noise 为 PASS；Studio 评估通过了 16/16 个八秒回合，终止次数为零。
独立 seed 101-105 通过 5/5；平均姿态 RMSE 0.08438 rad，平均动态增益 38.39%，平均腿部增益 52.52%，直立覆盖率 100%。
三个 seed 通过了单独的 800 步、16 秒扩展测试，其中将学到的八秒摘录重复两次。
零动作通过 0/5，并在 43-49 步后跌倒；未训练网络在 37 步后跌倒；冻结相位在动态跟踪上通过 0/5。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2/3
ONNX/原生最大动作误差为 3.5762786865234375e-7；学习张量相对初始化的 L2 变化为 12.247028438523373。
训练记录了 1,954 次有限值更新和 31,264 个优化器步骤；Final-100 policy_loss 为 -0.01673409083727165。
Final-100 value_loss 为 0.0030093801085240555，mean_loss 为 -0.013724710738842986。
Final-100 approximate_kl 为 0.053165218892099804，clip_fraction 为 0.430621337890625，explained_variance 为 0.8950924869797166。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3/3
保存的渲染收据将 ep0.mp4 与 ONNX SHA-256 32c27fe239285f1be624b01f77eaa7a411262852c89d51404ae8398ac94bdbd9 绑定。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已保存的策略视频
来源：rlx/runs/studio/dance/dance-e2e-20260907-low-noise/render/ep0.mp4
嵌入视频逐字节复制，未重新生成或加速。单个视频不等于多随机种子评估。PowerPoint 播放需要点击；如果其他演示软件不能解码嵌入媒体，请使用本地播放器打开附带的 MP4。
本结论仅涵盖一个八秒片段，不涵盖完整的 60.923 秒源片段或任意编舞。
仅记录了一个成功的训练 seed；评估 seed 并不能衡量多个独立训练策略之间的可靠性。
与早期失败相比，该配方同时改变了探索尺度和样本预算，因此没有单独分离二者各自的因果效应。
根部平移、根部偏航、根部横滚和编写的接触均被忽略；仍存在可见滞后、髋部横滚偏移和头部偏航过冲。
该运行使用标称 XML 执行器，没有域随机化、BAM 审计、扰动、地形、延迟或硬件验证。
16 秒结果是同一循环的两次重复，并不能证明学会了未见过的源编舞。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1/2
本结论仅涵盖一个八秒片段，不涵盖完整的 60.923 秒源片段或任意编舞。
仅记录了一个成功的训练 seed；评估 seed 并不能衡量多个独立训练策略之间的可靠性。
与早期失败相比，该配方同时改变了探索尺度和样本预算，因此没有单独分离二者各自的因果效应。
根部平移、根部偏航、根部横滚和编写的接触均被忽略；仍存在可见滞后、髋部横滚偏移和头部偏航过冲。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2/2
该运行使用标称 XML 执行器，没有域随机化、BAM 审计、扰动、地形、延迟或硬件验证。
16 秒结果是同一循环的两次重复，并不能证明学会了未见过的源编舞。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1/2
建议练习，并非已保存证据：重建所有观测切片，并识别相位索引 59 和 60。
建议练习，并非已保存证据：从 trained-seed101.npz 重新计算动态增益，不进行平滑、拟合滞后或时间平移。
建议练习，并非已保存证据：针对 4,000,000 次转移请求，计算 rollout 数、优化器计数和样本复用次数。
建议练习，并非已保存证据：检查 ONNX 名称、float32 形状，以及嵌入的均值、方差、epsilon 和 clip 常量。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2/2
建议练习，并非已保存证据：设计一项包含五个训练 seed 的研究，使用固定配方和预先声明的留出门槛。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提交一个完整实验，而不只是一段视频
训练前：写下一个假设、要修改的参数、固定的基线、随机种子列表、验收标准，以及时间与转移数预算。
训练中：保存准确命令、环境版本、初始化方式、检查点，以及原始奖励、损失和 KL 指标。不得覆盖已有的参考运行。
训练后：使用相同随机种子评估冻结的导出策略；提交全部失败案例、汇总指标、完整轨迹视频和可追溯来源的结果表。
评分标准 / 10：可复现性 2；环境与奖励解释 2；PPO 与指标解读 2；如实验证 2；一个有证据依据的后续实验 2。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1/2
AGENTS.md
microduck_local/AGENTS.md
microduck_local/src/microduck_local/contract.py
microduck_local/src/microduck_local/walk_env.py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2/2
docs/microduck-training-student-book/chapters/02a-ppo-code-lab.md
docs/microduck-training-student-book/chapters/02b-gae-workshop.md
scripts/scenarios/README.md
README.md
教学方法：展示证据前，先请学生预测结果。明确区分已有测量、教学算例和拟议实验。不得暗示这些幻灯片展示了新训练的策略或真实硬件验证。
案例来源（相对于仓库根目录）：
AGENTS.md
microduck_local/AGENTS.md
microduck_local/src/microduck_local/contract.py
microduck_local/src/microduck_local/walk_env.py
README.md
scripts/train-dance.sh
scripts/scenarios/README.md
docs/microduck-training-student-book/chapters/04-dance.md
docs/dance-imitation-e2e/REPORT.md
rlx/scripts/dance_e2e.py
rlx/scripts/audit_dance.py
rlx/runs/studio/dance/dance-e2e-20260907-low-noise/dance.safetensors.json
rlx/runs/studio/dance/dance-e2e-20260907-low-noise/evaluation.json
rlx/runs/studio/dance/dance-e2e-20260907-low-noise/render/evidence.json
rlx/artifacts/dance-e2e-20260907/final-audit/audit.json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raw/dance/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1-1.mp4"/><Relationship Id="rId2" Type="http://schemas.microsoft.com/office/2007/relationships/media" Target="../media/media-31-1.mp4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八个案例 / 一种学习方法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01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5532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4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舞蹈模仿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685800" y="3328416"/>
            <a:ext cx="523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舞蹈模仿：将定时编舞作为反馈控制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5800" y="4645152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环境设计 · PPO · 如实验证</a:t>
            </a:r>
            <a:endParaRPr lang="en-US" sz="1700" dirty="0"/>
          </a:p>
        </p:txBody>
      </p:sp>
      <p:pic>
        <p:nvPicPr>
          <p:cNvPr id="11" name="Image 0" descr="/Volumes/ExternalSSD/geoagent/microduck-lab/docs/classroom-ppt/assets/dance/rollout-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084546"/>
            <a:ext cx="5349240" cy="30089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550408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spc="10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  →  训练  →  验证  →  讲解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你将构建什么？现有证据说明了什么？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用例：讲解 PPO 如何将按时间索引的关节片段转化为平衡的 50 Hz 反馈控制器，然后通过确定性 ONNX 跟踪和空白对照证明动作效果。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学习目标：描述场景，解释观测到动作的映射和奖励，追踪一次 PPO 更新，运行有限预算实验，并用证据支撑评估结论。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本结论仅涵盖一个八秒片段，不涵盖完整的 60.923 秒源片段或任意编舞。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适用范围：本地 MuJoCo 仿真。请勿将课堂产物直接部署到实体机器人；硬件迁移需要独立且经过验证的流程。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配备已安装的 RLX 环境、MLX、MuJoCo、ONNX、ONNX Runtime、Pillow、ImageIO 和 FFmpeg 的 Apple Silicon Mac。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源编舞：dance-clip/bachata_microduck_v2.clip.json；所选证据使用其最初未经缩放的八秒。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准备好的 400 姿态参考：rlx/artifacts/dance-e2e-20260907/reference.clip.json。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训练和审计工具：ppo_microduck_studio.py、dance_e2e.py、audit_dance.py，以及 Studio HTTP 驱动程序。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已保存检查点、归一化 sidecar、确定性 ONNX 策略网络（Actor）、评估 JSON、MP4、缩略图表和 JSONL 遥测数据。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 XML 位置执行器的标称本地 MuJoCo；物理 dt 0.005 s，抽取率 4，控制 dt 0.02 s，即 50 Hz。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观测契约为 float32 batch x 61：陀螺仪 0:3，重力 3:6，关节位置 6:20，滞后速度 20:34，上一个动作 34:48，命令 48:61。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舞蹈通过将身体命令索引 59 和 60 替换为 sin(phase) 和 cos(phase) 来保持共享契约；扭转命令为零。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动作契约为 float32 batch x 14，采用部署关节顺序；存储原始策略网络（Actor）均值，应用的偏移量裁剪至 [-4,4] rad，然后加上 DEFAULT_POSE。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所选运行禁用了域随机化、观测噪声、动作延迟和随机偏航；常规重置扰动仍然保留。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片段加载器使用 14 个关节目标和 rootPitch；编写的根部偏航、横滚、位置和接触标注不作为模仿目标。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案例构建流程：以证据形成验证闭环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参考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准备一个 8 秒片段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471416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目标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400 个姿态，频率为 50 Hz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348472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目标函数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31352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姿态跟踪 + 平衡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348472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训练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31352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全新 PPO + 策略网络（Actor）/价值网络（Critic）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471416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验证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54296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跟踪 + 空白对照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证据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完整时域舞蹈视频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3840480" y="2441448"/>
            <a:ext cx="566928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08392" y="2441448"/>
            <a:ext cx="57607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39528" y="3145536"/>
            <a:ext cx="0" cy="621792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17536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3840480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</p:sp>
      <p:sp>
        <p:nvSpPr>
          <p:cNvPr id="31" name="Text 29"/>
          <p:cNvSpPr/>
          <p:nvPr/>
        </p:nvSpPr>
        <p:spPr>
          <a:xfrm>
            <a:off x="731520" y="5641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失败也是数据：每次只改变一个因素，重新训练，并使用相同的验收标准。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 60.923 s 源片段进行哈希，并准备一个循环播放、未经缩放的八秒摘录，采样为 400 个控制频率姿态。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Dance 配方，逐关节高斯姿态精度 sigma 0.2，16 个环境，128 步 rollout，以及全新的策略网络（Actor）和价值网络（Critic）权重。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训练随机性 PPO，同时分别记录归一化采集奖励、原始已完成回合回报和实际小批次优化器指标。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rollout 边界保存检查点，其中包括观测与奖励归一化统计数据以及准确的配方元数据。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将确定性策略网络（Actor）均值导出到 ONNX，并嵌入观测归一化；不导出价值网络（Critic）和动作采样。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运行严格的完整回合评估，然后渲染导出的策略，并独立比较已训练、零动作、未训练和冻结相位对照。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PPO：改进策略，同时避免盲目迈出过大一步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10972800" cy="932688"/>
          </a:xfrm>
          <a:prstGeom prst="rect">
            <a:avLst/>
          </a:prstGeom>
          <a:solidFill>
            <a:srgbClr val="142D3B"/>
          </a:solidFill>
          <a:ln w="6350">
            <a:solidFill>
              <a:srgbClr val="142D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75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9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似然比 ratio = πnew(a | o) / πold(a | o)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5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最大化 mean[min(ratio × A, clip(ratio, 1 − ε, 1 + ε) × A)]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31520" y="39044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策略网络（Actor）：选择关节动作。价值网络（Critic）：估计未来折扣奖励。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31520" y="4809744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表示优势；ε 表示裁剪范围。每个采样批次的旧策略对数概率在更新时保持不变。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沿着一次轨迹采样，理解学习器的处理过程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使用当前随机策略采集观测、采样动作、旧策略对数概率、价值估计、奖励以及回合边界标记。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计算时序差分残差和广义优势估计（GAE）。真正终止时，后续价值为零；超时截断时，可以使用保存的最终观测进行价值自举。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在重置边界切断优势递推。不得使用下一回合的初始观测，对上一回合的超时状态进行价值自举。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重复使用同一批数据进行 PPO 小批次更新，再采集新的同策略数据。评估时导出确定性策略网络及其观测变换。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纸笔练习：计算样本数与裁剪目标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教学算例，并非本次实验：16 个环境 × 128 步 = 每次采样得到 2,048 条新转移。四轮优化重复使用这些转移，并不会产生 8,192 条新样本。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 ε = 0.2、ratio = 1.4、A = +2 时：min(2.8, 2.4) = 2.4。在求平均和加入其他损失项之前，被最小化的策略项为 −2.4。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保持相同的 ratio，令 A = −2：min(−2.8, −2.4) = −2.8。请解释：优势符号改变后，裁剪为何呈现不对称效果？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在仓库根目录运行：python3 docs/microduck-training-student-book/learning_lab.py --gae。这是确定性的算术练习，不会训练新策略。</a:t>
            </a: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pose_match 40：各关节 exp(-((q - q_ref)/0.2)^2) 的均值，替代继承而来的更宽泛姿态核。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rotation_match 4：奖励与片段参考根部俯仰一致的表现。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on_feet 5：奖励在跟随编舞时有支撑、保持直立的物理执行。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no_slip 0.5 和 no_spin 0.3：针对脚部打滑和过度旋转的非正惩罚。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gentle_head 1、soft_landings 0.75、no_limit_parking 1 和 save_energy 0.0005 是启用的惩罚项。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travel 0 禁用向前移动奖励；stick_it 5 存在但未启用，因为所选参考是循环的。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已记录的训练配置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实际所选运行：seed 7，全新 PPO，4,001,792 次转移，16 个 fork 环境，每个环境 128 步，每次 rollout 2,048 次转移。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使用 4 个小批次 x 4 个 epoch：每个小批次 512 行，每次 rollout 16 个优化器步骤，共 1,954 次 rollout 和 31,264 个优化器步骤。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学习率 0.0001；gamma 0.99；广义优势估计（GAE）lambda 0.95；clip 0.2；价值系数 1；熵系数 0；最大梯度范数 0.5。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初始动作标准差为 0.1；策略网络（Actor）和价值网络（Critic）是彼此独立的 61-512-256-128 网络，使用 ELU 激活函数。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已记录的训练配置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启用观测归一化和折扣回报奖励归一化；观测统计数据被冻结到导出的 ONNX 图中。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更新日志字段：phase、steps、seconds、optimizer_steps、mean_loss、policy_loss、value_loss、entropy、approximate_kl、clip_fraction、explained_variance、env_steps。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教师指南中也提供可复制命令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./scripts/train-dance.sh --dry-run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在不训练的情况下检查当前随附的 Dance 流水线。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./scripts/train-dance.sh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运行当前独立的 Full Dance 流水线，并生成带全新时间戳的输出。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教师指南中也提供可复制命令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rlx/.venv-microduck/bin/python rlx/scripts/dance_e2e.py --source dance-clip/bachata_microduck_v2.clip.json --output rlx/artifacts/dance-reproduction-YYYYMMDD-HHMMSS --seconds 8 --train-steps 4001792 --run-name dance-e2e-reproduction-YYYYMMDD-HHMMSS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准备准确的历史八秒 Bachata 参考和配方；一致地替换时间戳标记。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rlx/.venv-microduck/bin/python rlx/scripts/audit_dance.py --run rlx/runs/studio/dance/dance-e2e-reproduction-YYYYMMDD-HHMMSS --recipe rlx/artifacts/dance-reproduction-YYYYMMDD-HHMMSS/recipe.json --output rlx/artifacts/dance-reproduction-YYYYMMDD-HHMMSS/audit --seeds 101 102 103 104 105 --history-stride 2 --render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在不进一步进行 PPO 训练的情况下，使用留出 seed 审计已完成的准确配方复现。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教师指南中也提供可复制命令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rlx/.venv-microduck/bin/python -m pytest rlx/tests/test_dance_evaluation.py rlx/tests/test_dance_pipeline.py rlx/tests/test_microduck_dance.py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运行聚焦于 Dance 契约和评估的测试。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奖励：日志信号与真正的任务目标一致吗？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dance/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训练奖励是优化信号，不是验收标准。完整记录字段见 raw/&lt;case&gt;/。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损失：观察策略、价值估计与策略漂移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dance/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损失更低，不等于机器人技能更好。损失的符号和数值尺度取决于具体实现。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诊断：优化器的行为正常吗？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dance/diagnos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熵、裁剪比例、解释方差和耗时都是诊断指标，不能单独构成通过或失败的证明。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approximate_kl：首次 7.759 → 最终 0.08225；最小值 0.03034，最大值 7.759；记录了 1954 个样本。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clip_fraction：首次 0.9050 → 最终 0.4437；最小值 0.3440，最大值 0.9050；记录了 1954 个样本。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entropy：首次 -12.38 → 最终 -14.10；最小值 -14.10，最大值 -12.27；记录了 1954 个样本。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explained_variance：首次 -0.006817 → 最终 0.9283；最小值 -0.1084，最大值 0.9960；记录了 1954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mean_loss：首次 2.261 → 最终 0.01790；最小值 -0.03312，最大值 2.261；记录了 1954 个样本。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mean_raw_return：首次 1234 → 最终 5343；最小值 940.8，最大值 1.788e+4；记录了 11820 个样本。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mean_reward：首次 0.2507 → 最终 0.04188；最小值 0.03332，最大值 0.2507；记录了 1954 个样本。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policy_loss：首次 0.08514 → 最终 -0.01620；最小值 -0.03472，最大值 0.1133；记录了 1954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value_loss：首次 2.176 → 最终 0.03411；最小值 0.00004939，最大值 2.176；记录了 1954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要求每个回合完成 400 个实测步骤且不终止，相位覆盖连续，轨迹均为有限值，并且至少 95% 的样本保持直立。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要求所有关节的姿态 RMSE &lt;= 0.15 rad，相对于恒定参考均值基线的动态增益 &gt;= 0.20，并且腿部动态增益为正。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要求至少两个腿部关节运动；所选参考有 12 个运动关节和 8 个运动腿部关节，阈值为 0.03 rad。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将确定性的已训练 ONNX 与零动作、未训练网络以及相位输入被冻结的已训练网络进行比较。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验证动态 batch x 61 输入和动态 batch x 14 输出、ONNX checker 成功、源哈希，以及原生/ONNX 动作一致性 &lt;= 1e-4。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检查完整 MP4 和带说明文字的缩略图表；仅凭奖励或有限值执行无法证明编舞效果。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 — 并非新的训练运行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实际最终证据：dance-e2e-20260907-low-noise 为 PASS；Studio 评估通过了 16/16 个八秒回合，终止次数为零。</a:t>
            </a:r>
            <a:endParaRPr lang="en-US" sz="20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 seed 101-105 通过 5/5；平均姿态 RMSE 0.08438 rad，平均动态增益 38.39%，平均腿部增益 52.52%，直立覆盖率 100%。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 seed 通过了单独的 800 步、16 秒扩展测试，其中将学到的八秒摘录重复两次。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零动作通过 0/5，并在 43-49 步后跌倒；未训练网络在 37 步后跌倒；冻结相位在动态跟踪上通过 0/5。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 — 并非新的训练运行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ONNX/原生最大动作误差为 3.5762786865234375e-7；学习张量相对初始化的 L2 变化为 12.247028438523373。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训练记录了 1,954 次有限值更新和 31,264 个优化器步骤；Final-100 policy_loss 为 -0.01673409083727165。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Final-100 value_loss 为 0.0030093801085240555，mean_loss 为 -0.013724710738842986。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Final-100 approximate_kl 为 0.053165218892099804，clip_fraction 为 0.430621337890625，explained_variance 为 0.8950924869797166。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 — 并非新的训练运行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保存的渲染收据将 ep0.mp4 与 ONNX SHA-256 32c27fe239285f1be624b01f77eaa7a411262852c89d51404ae8398ac94bdbd9 绑定。</a:t>
            </a:r>
            <a:endParaRPr lang="en-US" sz="2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嵌入式离线视频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观看已保存的真实仿真轨迹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58368" y="1691640"/>
            <a:ext cx="7452360" cy="4197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39912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播放前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39912" y="2322576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预测一个成功信号和一个失败信号。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439912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播放后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39912" y="4151376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这个片段能支持哪些结论？哪些问题仍未检验？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31520" y="604418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已保存的 8.0 s MP4  •  在 PowerPoint 幻灯片放映中单击  •  备用：videos/dance-rollout.mp4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本结论仅涵盖一个八秒片段，不涵盖完整的 60.923 秒源片段或任意编舞。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仅记录了一个成功的训练 seed；评估 seed 并不能衡量多个独立训练策略之间的可靠性。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与早期失败相比，该配方同时改变了探索尺度和样本预算，因此没有单独分离二者各自的因果效应。</a:t>
            </a:r>
            <a:endParaRPr lang="en-US" sz="20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根部平移、根部偏航、根部横滚和编写的接触均被忽略；仍存在可见滞后、髋部横滚偏移和头部偏航过冲。</a:t>
            </a:r>
            <a:endParaRPr lang="en-US" sz="2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该运行使用标称 XML 执行器，没有域随机化、BAM 审计、扰动、地形、延迟或硬件验证。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秒结果是同一循环的两次重复，并不能证明学会了未见过的源编舞。</a:t>
            </a:r>
            <a:endParaRPr lang="en-US" sz="2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 — 并非实测结果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建议练习，并非已保存证据：重建所有观测切片，并识别相位索引 59 和 60。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建议练习，并非已保存证据：从 trained-seed101.npz 重新计算动态增益，不进行平滑、拟合滞后或时间平移。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建议练习，并非已保存证据：针对 4,000,000 次转移请求，计算 rollout 数、优化器计数和样本复用次数。</a:t>
            </a:r>
            <a:endParaRPr lang="en-US" sz="20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建议练习，并非已保存证据：检查 ONNX 名称、float32 形状，以及嵌入的均值、方差、epsilon 和 clip 常量。</a:t>
            </a:r>
            <a:endParaRPr lang="en-US" sz="2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 — 并非实测结果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建议练习，并非已保存证据：设计一项包含五个训练 seed 的研究，使用固定配方和预先声明的留出门槛。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提交一个完整实验，而不只是一段视频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训练前：写下一个假设、要修改的参数、固定的基线、随机种子列表、验收标准，以及时间与转移数预算。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训练中：保存准确命令、环境版本、初始化方式、检查点，以及原始奖励、损失和 KL 指标。不得覆盖已有的参考运行。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训练后：使用相同随机种子评估冻结的导出策略；提交全部失败案例、汇总指标、完整轨迹视频和可追溯来源的结果表。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评分标准 / 10：可复现性 2；环境与奖励解释 2；PPO 与指标解读 2；如实验证 2；一个有证据依据的后续实验 2。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仓库相对路径 / 完整来源见备注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AGENTS.md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microduck_local/AGENTS.md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microduck_local/src/microduck_local/contract.py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microduck_local/src/microduck_local/walk_env.py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仓库相对路径 / 完整来源见备注  /  舞蹈模仿：将定时编舞作为反馈控制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docs/microduck-training-student-book/chapters/02a-ppo-code-lab.md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docs/microduck-training-student-book/chapters/02b-gae-workshop.md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scripts/scenarios/README.md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README.md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Community education — not affiliated with Pollen Robotics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Microduck PPO 课堂：舞蹈模仿（简体中文）</dc:title>
  <dc:subject>基于仓库证据的 PPO 机器人训练：准备、环境、奖励、验证与结果</dc:subject>
  <dc:creator>Microduck Lab 课堂教材</dc:creator>
  <cp:lastModifiedBy>Microduck Lab classroom materials</cp:lastModifiedBy>
  <cp:revision>1</cp:revision>
  <dcterms:created xsi:type="dcterms:W3CDTF">2026-09-11T20:37:21Z</dcterms:created>
  <dcterms:modified xsi:type="dcterms:W3CDTF">2026-09-11T20:37:21Z</dcterms:modified>
</cp:coreProperties>
</file>