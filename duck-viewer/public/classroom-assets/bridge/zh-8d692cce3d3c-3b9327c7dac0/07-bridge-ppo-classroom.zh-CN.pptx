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45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悬索桥：值得研究的一次失败穿越
用途：讲授移动支撑面仿真、特权指令生成、纯物理课程、热启动 PPO 近端策略优化、严格的接触式评估，以及对失败策略的科学报告。环境和流程可以运行，但保留的试验策略未完成一次被接受的穿越。
首先说明：搭建仿真训练流程，不等于策略已经掌握技能。封面图片截取自本案例的真实仿真轨迹视频，并非生成式插画。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你将构建什么？现有证据说明了什么？
用途：讲授移动支撑面仿真、特权指令生成、纯物理课程、热启动 PPO 近端策略优化、严格的接触式评估，以及对失败策略的科学报告。环境和流程可以运行，但保留的试验策略未完成一次被接受的穿越。
学习目标：描述场景，解释观测到动作的映射和奖励，追踪一次 PPO 更新，运行有限预算实验，并用证据支撑评估结论。
悬索桥穿越失败。部分进展和有效场景并不能证明已掌握所要求的技能。
适用范围：本地 MuJoCo 仿真。请勿将课堂产物直接部署到实体机器人；硬件迁移需要独立且经过验证的流程。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1/3
采用 XML 位置伺服器和标准 alpha_walking.onnx 引导策略的 Microduck MuJoCo 模型
一块自由木板，1.10 x 0.13 x 0.03 m，质量 0.45 kg
两个固定平台，每个尺寸为 0.60 x 0.48 x 0.24 m
四根空间肌腱缆索，刚度 320、阻尼 2.0、宽度 0.0015 m，并设有固定锚点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2/3
可见但不参与碰撞的门架立柱和横梁，以及用于检测失败的独立地面平面
rlx/rlx/environments/bridge.py，用于几何结构、指令器、辅助、接触、指标和课程
rlx/rlx/environments/bridge_evaluation.py，用于完整时域、接触验证的穿越门槛
rlx/rlx/models/bridge_bootstrap.py，用于精确迁移行走 actor 策略网络和归一化器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3/3
rlx/examples/ppo_microduck_studio.py 和 scripts/train-bridge.sh，用于训练、评估、渲染和导出
rlx/runs/studio/bridge/bridge-studio-02/，用于保留的 32,768 次转移试验和失败诊断视频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1/3
木板是初始中心位于 (0,0,0.225) m 的 MuJoCo 自由刚体。四根物理肌腱将木板连接点与锚点相连，锚点位于 x +/-0.45 m、y +/-0.17 m、z 0.77 m。
标称木板横跨 x=-0.55 到 0.55 m。起点和终点平台中心分别位于 x=-0.85 m 和 x=0.85 m，所有顶面均位于 z=0.24 m。
可见门架使用 contype=0 和 conaffinity=0。它无法支撑或挽救机器人；只有肌腱、平台、木板和地面参与接触动力学。
物理仿真以 0.005 s 运行，每个 14 维动作指令包含四个子步，因此控制间隔为 0.02 s，频率为 50 Hz。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2/3
观测/动作约定保持为 float32[61] 到 14 个关节目标偏移。观测切片为角速度 0:3、投影重力 3:6、关节偏移 6:20、滞后关节速度 20:34、上一个动作 34:48、twist 指令 48:51、零 head 指令 51:55，以及零 body 指令 55:61。
actor 策略网络不会接收木板位置、速度、横滚角、俯仰角、缆索状态、世界坐标位置、桥面接触、穿越标志或辅助级别。
外部导航指令器使用世界坐标中的躯干 x/y 和朝向来发布普通机体坐标系 twist 指令。它给出标称 0.25 m/s 前进速度、横向修正 clip(-1.2*y, -0.12, 0.12)，以及偏航修正 clip(-1.5*yaw_error, -0.6, 0.6)。
当世界坐标 x 至少达到 0.80 m 时，指令器将期望前进速度设为零，同时保留横向和偏航修正。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3/3
纯物理辅助级别为 1.0、0.6、0.3、0.1 和 0.0。它们缩放施加在木板上的恢复力、调平力矩和阻尼，绝不施加在机器人上。
课程各阶梯还会改变声明的重置生成距离。奖励权重保持相同。评估和渲染在最终起始平台生成位置使用辅助 0。
一次被接受的穿越要求：从起点至少前进 1.60 m，此前足部接触过悬空木板，双足均位于终点平台，足部或身体均未接触地面，无非足部支撑，无辅助，未跌倒，并完成完整的 1,000 步时域。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本案例的构建流程
01 / 材料：桥面 + 木板 + 缆索
02 / 课程：重置与支撑阶段
03 / 目标：进展 + 安全接触
04 / 训练：热启动 + 有界 PPO 近端策略优化
05 / 验证：完整穿越 + 稳定离开
06 / 证据：保留失败尝试
这是用于解释流程的示意图，不是实测学习曲线。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1/3
按照记录的尺寸构建自由木板、平台、四根肌腱、锚点、不参与碰撞的门架和用于检测失败的地面。
验证仅移动木板而不移动机器人时，actor 策略网络的 61 值观测不会变化。
加载 alpha_walking.onnx，精确迁移其 actor 策略网络和归一化器，检查动作一致性，冻结观测归一化，并创建全新的 critic 价值网络和优化器。
仅在训练时启用 bridge-curriculum，使早期采样轨迹能够采样稳定的木板和更近的生成位置。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2/3
保持继承的运动奖励不变；不要添加世界坐标 x 进展奖励或 bridge-crossed 巨额奖励。
训练 4 个环境，每批完整运行 128 步，直到收集 32,768 次新转移。
导出 bridge.onnx，将冻结的归一化器融入标准原始 61 输入接口。
对 3 条并行通道各评估 1,000 步，使用种子 101，且无辅助、无随机化、无观测噪声、无动作延迟、无随机偏航角。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3/3
分别跟踪重置产生的每次尝试和末尾不完整片段；不要将 3,000 次通道转移重新解释为三个完整的成功回合。
应用基于接触验证的穿越门槛，并保留失败回合、地面接触、缺失木板接触、进展和支撑计数。
渲染完整的 20 秒诊断视频并标记其中两次重置，避免将多次部分尝试展示为一次连续穿越。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PPO 裁剪代理目标
这是教学公式，不是已保存实验的测量值。优化器最小化负的策略代理目标，并加入具体实现定义的价值与熵项。PPO 裁剪并不构成 KL 的硬性上限，应监控 KL 和裁剪比例。策略损失或高斯分布熵为负，不一定表示错误。不同场景的奖励单位和优化器约定可能不同。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沿着一次轨迹采样，理解学习器的处理过程
使用当前随机策略采集观测、采样动作、旧策略对数概率、价值估计、奖励以及回合边界标记。
计算时序差分残差和广义优势估计（GAE）。真正终止时，后续价值为零；超时截断时，可以使用保存的最终观测进行价值自举。
在重置边界切断优势递推。不得使用下一回合的初始观测，对上一回合的超时状态进行价值自举。
重复使用同一批数据进行 PPO 小批次更新，再采集新的同策略数据。评估时导出确定性策略网络及其观测变换。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纸笔练习：计算样本数与裁剪目标
教学算例，并非本次实验：16 个环境 × 128 步 = 每次采样得到 2,048 条新转移。四轮优化重复使用这些转移，并不会产生 8,192 条新样本。
当 ε = 0.2、ratio = 1.4、A = +2 时：min(2.8, 2.4) = 2.4。在求平均和加入其他损失项之前，被最小化的策略项为 −2.4。
保持相同的 ratio，令 A = −2：min(−2.8, −2.4) = −2.8。请解释：优势符号改变后，裁剪为何呈现不对称效果？
在仓库根目录运行：python3 docs/microduck-training-student-book/learning_lab.py --gae。这是确定性的算术练习，不会训练新策略。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1/3
名称：track_lin_vel | 权重：2 | 符号：奖励 | 定义：对机体坐标系线速度与 twist_cmd 的指数跟踪，包括垂直速度误差
名称：track_ang_vel | 权重：2 | 符号：奖励 | 定义：对指令偏航角速度进行指数跟踪，并在跟踪误差中加入横滚/俯仰角速度代价
名称：upright | 权重：2 | 符号：奖励 | 定义：exp(-sum(projected_gravity_xy squared) / 0.05)
名称：pose | 权重：1 | 符号：奖励 | 定义：exp(-sum(leg joint offsets squared) / 0.5)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2/3
名称：head_pose | 权重：2 | 符号：奖励 | 定义：每个头部关节的 mean exp(-(head_error / 0.5) squared)
名称：feet_air_time | 权重：3 | 符号：奖励 | 定义：移动足部的腾空时间位于 0.125 s 和 0.300 s 之间时提供稠密奖励
名称：action_rate_penalty | 权重：全程调度，0.1 对应第 0 步、0.2 对应第 12000 步、0.4 对应第 18000 步、0.6 对应第 24000 步、0.8 对应第 30000 步、1.0 对应第 36000 步 | 符号：惩罚 | 定义：-weight * sum((last_action - previous_action) squared)
名称：ang_vel_xy_penalty | 权重：0.05 | 符号：惩罚 | 定义：-0.05 * (gyro_x squared + gyro_y squared)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3/3
名称：bridge_specific_reward | 权重：0 | 符号：无 | 定义：不存在针对世界坐标 x、桥上进展、木板角度、缆索张力、终点接触或 bridge_crossed 的奖励。桥梁检查点元数据将 reward_weights 记录为空的覆盖对象。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1/2
配置：transition_budget | 值：32,768 次新的 PPO 近端策略优化转移，4 个环境 x 128 步 x 64 次更新
配置：ppo_batch | 值：4 个环境、128 步、4 个小批次、2 个更新轮次
配置：optimizer | 值：Adam 学习率 1e-5，最大梯度范数 0.5，全新的优化器和全新按种子初始化的 critic 价值网络
配置：discount_and_objective | 值：gamma 0.99，GAE lambda 0.95，clip 系数 0.1，启用裁剪后的价值损失，value 系数 1.0，归一化优势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2/2
配置：探索 | 取值：初始动作标准差 0.03，熵系数 0
配置：normalization_and_transfer | 值：精确迁移 alpha_walking actor 策略网络和归一化器；动作一致性最大绝对误差为 1.0728836059570312e-06（共 32 个样本）；冻结观测归一化；关闭奖励归一化
配置：environment | 值：XML 执行器、虚拟后端、训练时开启 bridge curriculum、最大回合 20 s、种子 7、域随机化关闭、观测噪声关闭、动作延迟关闭、随机偏航角关闭
配置：telemetry_fields | 值：phase; env_steps; steps; seconds; optimizer_steps; mean_loss; policy_loss; value_loss; entropy; approximate_kl; clip_fraction; explained_variance; mean_reward; mean_raw_return; returns; lengths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1/3
工作目录：.
./scripts/train-bridge.sh train --bridge-curriculum --total-timesteps 32768 --num-envs 4 --num-steps 128 --num-minibatches 4 --backend dummy --no-domain-rand --no-obs-noise --no-action-delay --no-random-yaw --max-episode-s 20 --seed 7 --output-dir rlx/runs/studio/bridge/my-bridge
在全新输出目录中运行文档所述的有界训练试验。
工作目录：.
./scripts/train-bridge.sh eval --backend dummy --num-envs 3 --seed 101 --policy rlx/runs/studio/bridge/my-bridge/bridge.onnx --eval-steps 1000 --max-episode-s 20 --no-domain-rand --no-obs-noise --no-action-delay --no-random-yaw
运行文档所述的无辅助完整时域穿越评估。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2/3
工作目录：duck-viewer
npm run dev
打开 Studio，检查保存的失败试验、评估详情和诊断渲染。
工作目录：.
bash restart-lab.sh --readiness-only
检查所有场景路由，但不要声称桥梁案例已通过其技能门槛。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3/3
工作目录：.
node scripts/verify-seven-cases.mjs
验证自定义桥梁场景、四根肌腱、平台、门架和七案例 UI 集成均已存在。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奖励：日志信号与真正的任务目标一致吗？
图表来源：rlx/runs/studio/bridge/bridge-studio-02/training-metrics.jsonl
训练奖励是优化信号，不是验收标准。完整记录字段见 raw/&lt;case&gt;/。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损失：观察策略、价值估计与策略漂移
图表来源：rlx/runs/studio/bridge/bridge-studio-02/training-metrics.jsonl
损失更低，不等于机器人技能更好。损失的符号和数值尺度取决于具体实现。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诊断：优化器的行为正常吗？
图表来源：rlx/runs/studio/bridge/bridge-studio-02/training-metrics.jsonl
熵、裁剪比例、解释方差和耗时都是诊断指标，不能单独构成通过或失败的证明。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1/3
approximate_kl：初始 0.5333 → 最终 0.01181；最小 0.007837，最大 0.6186；64 个记录样本。
clip_fraction：初始 0.7217 → 最终 0.2979；最小 0.2666，最大 0.7949；64 个记录样本。
entropy：初始 -29.23 → 最终 -29.22；最小 -29.23，最大 -29.22；64 个记录样本。
explained_variance：初始 0.001202 → 最终 0.05922；最小 -0.06060，最大 0.1143；64 个记录样本。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2/3
mean_loss：初始 964.7 → 最终 992.4；最小 840.4，最大 1104；64 个记录样本。
mean_raw_return：初始 517.6 → 最终 1676；最小 318.2，最大 8254；110 个记录样本。
mean_reward：初始 7.171 → 最终 7.420；最小 6.653，最大 8.069；64 个记录样本。
policy_loss：初始 0.05633 → 最终 0.001741；最小 -0.008248，最大 0.2919；64 个记录样本。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3/3
value_loss：初始 964.7 → 最终 992.4；最小 840.4，最大 1104；64 个记录样本。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1/3
训练前确认标准 61 输入/14 输出 actor 策略网络约定和冻结归一化器的一致性。
验证门架 geom 不参与碰撞且无法形成隐藏支撑。
验证课程只向木板施力，并且绝不改变奖励权重。
在不使用 --bridge-curriculum 的条件下评估，并要求每个获得认可的步骤均满足 bridge_assistance=0。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2/3
要求每条通道恰好完成 1,000 步时域；截断的末尾片段不能通过。
要求至少前进 1.60 m，并且经过接触验证的 bridge_crossed 标志成立且双足均位于终点。
出现地面接触、非足部支撑、缺少悬空木板接触、跌倒或回合不完整时均判定失败。
检查 recipe_metrics 字段 bridge_crossed、bridge_progress_m、bridge_assistance、bridge_contact_observed、feet_on_bridge、feet_on_end_platform、robot_floor_contact 和 nonfoot_support。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3/3
观看完整 MP4 并统计重置次数；不要合并不同尝试的进展。
区分 pipeline_passed=true 与 skill_status=failed。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1/3
事实：bridge-studio-02 恰好训练了 32,768 次新的 PPO 近端策略优化转移。| 来源：rlx/runs/studio/bridge/bridge-studio-02/result.json
事实：技能评估结果为 pipeline_passed=true，但 passed=false 且 skill_status=failed。| 来源：rlx/runs/studio/bridge/bridge-studio-02/evaluation.json
事实：在观察到的 11 次尝试和末尾片段中，记录到 0 次被接受的穿越和 0 个完成的 1,000 步回合。| 来源：rlx/runs/studio/bridge/bridge-studio-02/evaluation.json
事实：最佳桥上进展为 1.1749158752636413 m，低于 1.60 m 阈值，并且 feet_on_end_platform 的最大值为 0。| 来源：rlx/runs/studio/bridge/bridge-studio-02/evaluation.json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2/3
事实：评估辅助始终恰好为零；bridge_assistance 的最小值、平均值和最大值均为 0。| 来源：rlx/runs/studio/bridge/bridge-studio-02/evaluation.json
事实：env_steps 512 时的第一次 PPO 近端策略优化更新记录了 mean_loss 964.7162933349609、policy_loss 0.05632817558944225、value_loss 964.6599655151367、approximate_kl 0.5332980752573349、clip_fraction 0.7216796875 和 explained_variance 0.0012020504251625264。| 来源：rlx/runs/studio/bridge/bridge-studio-02/training-metrics.jsonl
事实：env_steps 32768 时的最终 PPO 近端策略优化更新记录了 mean_loss 992.3935241699219、policy_loss 0.0017409028951078653、value_loss 992.3917770385742、approximate_kl 0.011814007302746177、clip_fraction 0.2978515625 和 explained_variance 0.05922189893301022。| 来源：rlx/runs/studio/bridge/bridge-studio-02/training-metrics.jsonl
事实：保留的 20 秒诊断视频包含两次明确重置以及之后在木板上的部分进展；它不是一次连续穿越。| 来源：docs/bridge-showcase/RESULTS.md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3/3
事实：渲染 MP4 通过 SHA256 7386c84eb8065d2f4ac2b297ba5b082dc658648657e4190a9491872bab6e50a6 绑定哈希。| 来源：rlx/runs/studio/bridge/bridge-studio-02/render/evidence.json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已保存的策略视频
来源：rlx/runs/studio/bridge/bridge-studio-02/render/ep0.mp4
嵌入视频逐字节复制，未重新生成或加速。单个视频不等于多随机种子评估。PowerPoint 播放需要点击；如果其他演示软件不能解码嵌入媒体，请使用本地播放器打开附带的 MP4。
悬索桥穿越失败。部分进展和有效场景并不能证明已掌握所要求的技能。
导航指令器使用特权世界坐标位置和朝向，因此完整协议包含学习得到的 actor 策略网络之外的组件。
actor 策略网络看不到木板状态，只能通过 IMU、关节、上一个动作和生成的指令槽位进行适应。
该试验从 alpha_walking 热启动 actor 策略网络，并使用全新的 critic 价值网络和优化器，并非上游训练的精确续训。
课程完成情况尚未得到证实；32,768 次转移并不意味着已晋级到最终无辅助阶梯。
保留的评估关闭了随机化、噪声、延迟和随机偏航角，并且只使用三条向量化通道。
木板、摩擦力、肌腱和缆索数值是合理的仿真器参数，并非实测值或经过认证的施工方案。
不声称实现了硬件安全的穿越或仿真到现实结果。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1/2
悬索桥穿越失败。部分进展和有效场景并不能证明已掌握所要求的技能。
导航指令器使用特权世界坐标位置和朝向，因此完整协议包含学习得到的 actor 策略网络之外的组件。
actor 策略网络看不到木板状态，只能通过 IMU、关节、上一个动作和生成的指令槽位进行适应。
该试验从 alpha_walking 热启动 actor 策略网络，并使用全新的 critic 价值网络和优化器，并非上游训练的精确续训。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2/2
课程完成情况尚未得到证实；32,768 次转移并不意味着已晋级到最终无辅助阶梯。
保留的评估关闭了随机化、噪声、延迟和随机偏航角，并且只使用三条向量化通道。
木板、摩擦力、肌腱和缆索数值是合理的仿真器参数，并非实测值或经过认证的施工方案。
不声称实现了硬件安全的穿越或仿真到现实结果。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1/3
根据平台、木板和锚点坐标，按比例绘制桥梁侧视图。
根据 0.113 m 横向偏移和 0.545 m 垂直偏移计算标称缆索长度。
标出指令器的每个特权输入，以及实际传递给 61 维观测 actor 策略网络的每个值。
解释为何 bridge_progress_m 可用于评估，却有意不纳入奖励。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2/3
计算 32,768 次转移运行的批大小、更新次数和优化器 minibatch 大小。
绘制第一次和最终更新的损失字段，并解释为何两者都不能证明完成了穿越。
读取 11 次评估尝试，并将每次失败分类为跌倒、时域不完整、缺少木板接触、地面接触或进展不足。
观看 ep0.mp4，为两次重置标注时间戳，并找出连续行进最远的一次尝试。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3/3
设计一项物理/生成位置课程调整，同时保持奖励和最终评估门槛不变。
撰写一张结果幻灯片，在标题中明确说明失败，同时保留有用的环境与探索证据。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提交一个完整实验，而不只是一段视频
训练前：写下一个假设、要修改的参数、固定的基线、随机种子列表、验收标准，以及时间与转移数预算。
训练中：保存准确命令、环境版本、初始化方式、检查点，以及原始奖励、损失和 KL 指标。不得覆盖已有的参考运行。
训练后：使用相同随机种子评估冻结的导出策略；提交全部失败案例、汇总指标、完整轨迹视频和可追溯来源的结果表。
评分标准 / 10：可复现性 2；环境与奖励解释 2；PPO 与指标解读 2；如实验证 2；一个有证据依据的后续实验 2。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1/2
microduck_local/AGENTS.md
docs/student-book/microduck-lab-student-book.md
docs/basketball-bridge-book/chapters/en/03-ppo.md
docs/basketball-bridge-book/chapters/en/05-bridge.md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2/2
docs/microduck-training-student-book/chapters/02a-ppo-code-lab.md
docs/microduck-training-student-book/chapters/02b-gae-workshop.md
scripts/scenarios/README.md
README.md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docs/basketball-bridge-book/chapters/en/05-bridge.md
docs/basketball-bridge-book/chapters/en/06-evidence.md
docs/bridge-showcase/README.md
docs/bridge-showcase/RESULTS.md
docs/bridge-showcase/evidence/evaluation.json
rlx/rlx/environments/bridge.py
rlx/rlx/environments/bridge_evaluation.py
rlx/rlx/models/bridge_bootstrap.py
microduck_local/src/microduck_local/walk_env.py
rlx/examples/ppo_microduck_studio.py
rlx/rlx/algorithms/ppo.py
scripts/train-bridge.sh
rlx/runs/studio/bridge/bridge-studio-02/result.json
rlx/runs/studio/bridge/bridge-studio-02/bridge.safetensors.json
rlx/runs/studio/bridge/bridge-studio-02/training-metrics.jsonl
rlx/runs/studio/bridge/bridge-studio-02/evaluation.json
rlx/runs/studio/bridge/bridge-studio-02/render/evidence.json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raw/bridge/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八个案例 / 一种学习方法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07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悬索桥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523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3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悬索桥：值得研究的一次失败穿越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464515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环境设计 · PPO · 如实验证</a:t>
            </a:r>
            <a:endParaRPr lang="en-US" sz="1700" dirty="0"/>
          </a:p>
        </p:txBody>
      </p:sp>
      <p:pic>
        <p:nvPicPr>
          <p:cNvPr id="11" name="Image 0" descr="/Volumes/ExternalSSD/geoagent/microduck-lab/docs/classroom-ppt/assets/bridge/rollout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84546"/>
            <a:ext cx="5349240" cy="30089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50408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b="1" kern="0" spc="10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 →  训练  →  验证  →  讲解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你将构建什么？现有证据说明了什么？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用途：讲授移动支撑面仿真、特权指令生成、纯物理课程、热启动 PPO 近端策略优化、严格的接触式评估，以及对失败策略的科学报告。环境和流程可以运行，但保留的试验策略未完成一次被接受的穿越。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学习目标：描述场景，解释观测到动作的映射和奖励，追踪一次 PPO 更新，运行有限预算实验，并用证据支撑评估结论。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悬索桥穿越失败。部分进展和有效场景并不能证明已掌握所要求的技能。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适用范围：本地 MuJoCo 仿真。请勿将课堂产物直接部署到实体机器人；硬件迁移需要独立且经过验证的流程。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 XML 位置伺服器和标准 alpha_walking.onnx 引导策略的 Microduck MuJoCo 模型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一块自由木板，1.10 x 0.13 x 0.03 m，质量 0.45 kg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两个固定平台，每个尺寸为 0.60 x 0.48 x 0.24 m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四根空间肌腱缆索，刚度 320、阻尼 2.0、宽度 0.0015 m，并设有固定锚点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可见但不参与碰撞的门架立柱和横梁，以及用于检测失败的独立地面平面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rlx/rlx/environments/bridge.py，用于几何结构、指令器、辅助、接触、指标和课程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rlx/rlx/environments/bridge_evaluation.py，用于完整时域、接触验证的穿越门槛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rlx/rlx/models/bridge_bootstrap.py，用于精确迁移行走 actor 策略网络和归一化器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rlx/examples/ppo_microduck_studio.py 和 scripts/train-bridge.sh，用于训练、评估、渲染和导出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rlx/runs/studio/bridge/bridge-studio-02/，用于保留的 32,768 次转移试验和失败诊断视频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木板是初始中心位于 (0,0,0.225) m 的 MuJoCo 自由刚体。四根物理肌腱将木板连接点与锚点相连，锚点位于 x +/-0.45 m、y +/-0.17 m、z 0.77 m。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标称木板横跨 x=-0.55 到 0.55 m。起点和终点平台中心分别位于 x=-0.85 m 和 x=0.85 m，所有顶面均位于 z=0.24 m。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可见门架使用 contype=0 和 conaffinity=0。它无法支撑或挽救机器人；只有肌腱、平台、木板和地面参与接触动力学。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物理仿真以 0.005 s 运行，每个 14 维动作指令包含四个子步，因此控制间隔为 0.02 s，频率为 50 Hz。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观测/动作约定保持为 float32[61] 到 14 个关节目标偏移。观测切片为角速度 0:3、投影重力 3:6、关节偏移 6:20、滞后关节速度 20:34、上一个动作 34:48、twist 指令 48:51、零 head 指令 51:55，以及零 body 指令 55:61。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actor 策略网络不会接收木板位置、速度、横滚角、俯仰角、缆索状态、世界坐标位置、桥面接触、穿越标志或辅助级别。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外部导航指令器使用世界坐标中的躯干 x/y 和朝向来发布普通机体坐标系 twist 指令。它给出标称 0.25 m/s 前进速度、横向修正 clip(-1.2*y, -0.12, 0.12)，以及偏航修正 clip(-1.5*yaw_error, -0.6, 0.6)。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当世界坐标 x 至少达到 0.80 m 时，指令器将期望前进速度设为零，同时保留横向和偏航修正。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纯物理辅助级别为 1.0、0.6、0.3、0.1 和 0.0。它们缩放施加在木板上的恢复力、调平力矩和阻尼，绝不施加在机器人上。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课程各阶梯还会改变声明的重置生成距离。奖励权重保持相同。评估和渲染在最终起始平台生成位置使用辅助 0。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一次被接受的穿越要求：从起点至少前进 1.60 m，此前足部接触过悬空木板，双足均位于终点平台，足部或身体均未接触地面，无非足部支撑，无辅助，未跌倒，并完成完整的 1,000 步时域。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案例构建流程：以证据形成验证闭环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材料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桥面 + 木板 + 缆索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71416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54296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课程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重置与支撑阶段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31352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目标函数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1352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 + 安全接触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48472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31352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训练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1352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热启动 + 有界 PPO 近端策略优化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71416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54296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4296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完整穿越 + 稳定离开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证据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保留失败尝试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0480" y="2441448"/>
            <a:ext cx="566928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08392" y="2441448"/>
            <a:ext cx="57607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939528" y="3145536"/>
            <a:ext cx="0" cy="621792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17536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0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5641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失败也是数据：每次只改变一个因素，重新训练，并使用相同的验收标准。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按照记录的尺寸构建自由木板、平台、四根肌腱、锚点、不参与碰撞的门架和用于检测失败的地面。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验证仅移动木板而不移动机器人时，actor 策略网络的 61 值观测不会变化。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加载 alpha_walking.onnx，精确迁移其 actor 策略网络和归一化器，检查动作一致性，冻结观测归一化，并创建全新的 critic 价值网络和优化器。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仅在训练时启用 bridge-curriculum，使早期采样轨迹能够采样稳定的木板和更近的生成位置。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保持继承的运动奖励不变；不要添加世界坐标 x 进展奖励或 bridge-crossed 巨额奖励。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 4 个环境，每批完整运行 128 步，直到收集 32,768 次新转移。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 bridge.onnx，将冻结的归一化器融入标准原始 61 输入接口。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 3 条并行通道各评估 1,000 步，使用种子 101，且无辅助、无随机化、无观测噪声、无动作延迟、无随机偏航角。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分别跟踪重置产生的每次尝试和末尾不完整片段；不要将 3,000 次通道转移重新解释为三个完整的成功回合。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应用基于接触验证的穿越门槛，并保留失败回合、地面接触、缺失木板接触、进展和支撑计数。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渲染完整的 20 秒诊断视频并标记其中两次重置，避免将多次部分尝试展示为一次连续穿越。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PPO：改进策略，同时避免盲目迈出过大一步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10972800" cy="932688"/>
          </a:xfrm>
          <a:prstGeom prst="rect">
            <a:avLst/>
          </a:prstGeom>
          <a:solidFill>
            <a:srgbClr val="142D3B"/>
          </a:solidFill>
          <a:ln w="6350">
            <a:solidFill>
              <a:srgbClr val="142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75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ratio =</a:t>
            </a:r>
            <a:r>
              <a:rPr lang="zh-CN" sz="40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π</a:t>
            </a: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new(a | o) /</a:t>
            </a:r>
            <a:r>
              <a:rPr lang="zh-CN" sz="40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π</a:t>
            </a: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old(a | o)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5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最大化 mean[min(ratio × A, clip(ratio, 1 − ε, 1 + ε) × A)]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策略网络（Actor）：选择关节动作。价值网络（Critic）：估计未来折扣奖励。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48097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表示优势；ε 表示裁剪范围。每个采样批次的旧策略对数概率在更新时保持不变。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沿着一次轨迹采样，理解学习器的处理过程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使用当前随机策略采集观测、采样动作、旧策略对数概率、价值估计、奖励以及回合边界标记。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计算时序差分残差和广义优势估计（GAE）。真正终止时，后续价值为零；超时截断时，可以使用保存的最终观测进行价值自举。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在重置边界切断优势递推。不得使用下一回合的初始观测，对上一回合的超时状态进行价值自举。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重复使用同一批数据进行 PPO 小批次更新，再采集新的同策略数据。评估时导出确定性策略网络及其观测变换。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纸笔练习：计算样本数与裁剪目标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教学算例，并非本次实验：16 个环境 × 128 步 = 每次采样得到 2,048 条新转移。四轮优化重复使用这些转移，并不会产生 8,192 条新样本。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ε = 0.2、ratio = 1.4、A = +2 时：min(2.8, 2.4) = 2.4。在求平均和加入其他损失项之前，被最小化的策略项为 −2.4。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保持相同的 ratio，令 A = −2：min(−2.8, −2.4) = −2.8。请解释：优势符号改变后，裁剪为何呈现不对称效果？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在仓库根目录运行：python3 docs/microduck-training-student-book/learning_lab.py --gae。这是确定性的算术练习，不会训练新策略。</a:t>
            </a:r>
            <a:endParaRPr lang="en-US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名称：track_lin_vel | 权重：2 | 符号：奖励 | 定义：对机体坐标系线速度与 twist_cmd 的指数跟踪，包括垂直速度误差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名称：track_ang_vel | 权重：2 | 符号：奖励 | 定义：对指令偏航角速度进行指数跟踪，并在跟踪误差中加入横滚/俯仰角速度代价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名称：upright | 权重：2 | 符号：奖励 | 定义：exp(-sum(projected_gravity_xy squared) / 0.05)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名称：pose | 权重：1 | 符号：奖励 | 定义：exp(-sum(leg joint offsets squared) / 0.5)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名称：head_pose | 权重：2 | 符号：奖励 | 定义：每个头部关节的 mean exp(-(head_error / 0.5) squared)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名称：feet_air_time | 权重：3 | 符号：奖励 | 定义：移动足部的腾空时间位于 0.125 s 和 0.300 s 之间时提供稠密奖励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名称：action_rate_penalty | 权重：全程调度，0.1 对应第 0 步、0.2 对应第 12000 步、0.4 对应第 18000 步、0.6 对应第 24000 步、0.8 对应第 30000 步、1.0 对应第 36000 步 | 符号：惩罚 | 定义：-weight * sum((last_action - previous_action) squared)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名称：ang_vel_xy_penalty | 权重：0.05 | 符号：惩罚 | 定义：-0.05 * (gyro_x squared + gyro_y squared)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名称：bridge_specific_reward | 权重：0 | 符号：无 | 定义：不存在针对世界坐标 x、桥上进展、木板角度、缆索张力、终点接触或 bridge_crossed 的奖励。桥梁检查点元数据将 reward_weights 记录为空的覆盖对象。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配置：transition_budget | 值：32,768 次新的 PPO 近端策略优化转移，4 个环境 x 128 步 x 64 次更新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配置：ppo_batch | 值：4 个环境、128 步、4 个小批次、2 个更新轮次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配置：optimizer | 值：Adam 学习率 1e-5，最大梯度范数 0.5，全新的优化器和全新按种子初始化的 critic 价值网络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配置：discount_and_objective | 值：gamma 0.99，GAE lambda 0.95，clip 系数 0.1，启用裁剪后的价值损失，value 系数 1.0，归一化优势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配置：探索 | 取值：初始动作标准差 0.03，熵系数 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配置：normalization_and_transfer | 值：精确迁移 alpha_walking actor 策略网络和归一化器；动作一致性最大绝对误差为 1.0728836059570312e-06（共 32 个样本）；冻结观测归一化；关闭奖励归一化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配置：environment | 值：XML 执行器、虚拟后端、训练时开启 bridge curriculum、最大回合 20 s、种子 7、域随机化关闭、观测噪声关闭、动作延迟关闭、随机偏航角关闭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配置：telemetry_fields | 值：phase; env_steps; steps; seconds; optimizer_steps; mean_loss; policy_loss; value_loss; entropy; approximate_kl; clip_fraction; explained_variance; mean_reward; mean_raw_return; returns; lengths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讲师指南中也提供可复制命令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./scripts/train-bridge.sh train --bridge-curriculum --total-timesteps 32768 --num-envs 4 --num-steps 128 --num-minibatches 4 --backend dummy --no-domain-rand --no-obs-noise --no-action-delay --no-random-yaw --max-episode-s 20 --seed 7 --output-dir rlx/runs/studio/bridge/my-bridge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在全新输出目录中运行文档所述的有界训练试验。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./scripts/train-bridge.sh eval --backend dummy --num-envs 3 --seed 101 --policy rlx/runs/studio/bridge/my-bridge/bridge.onnx --eval-steps 1000 --max-episode-s 20 --no-domain-rand --no-obs-noise --no-action-delay --no-random-yaw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运行文档所述的无辅助完整时域穿越评估。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讲师指南中也提供可复制命令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工作目录：duck-viewer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npm run dev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打开 Studio，检查保存的失败试验、评估详情和诊断渲染。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bash restart-lab.sh --readiness-only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检查所有场景路由，但不要声称桥梁案例已通过其技能门槛。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讲师指南中也提供可复制命令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node scripts/verify-seven-cases.mjs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验证自定义桥梁场景、四根肌腱、平台、门架和七案例 UI 集成均已存在。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奖励：日志信号与真正的任务目标一致吗？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ridge/re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训练奖励是优化信号，不是验收标准。完整记录字段见 raw/&lt;case&gt;/。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损失：观察策略、价值估计与策略漂移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ridge/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损失更低，不等于机器人技能更好。损失的符号和数值尺度取决于具体实现。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诊断：优化器的行为正常吗？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ridge/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熵、裁剪比例、解释方差和耗时都是诊断指标，不能单独构成通过或失败的证明。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approximate_kl：初始 0.5333 → 最终 0.01181；最小 0.007837，最大 0.6186；64 个记录样本。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clip_fraction：初始 0.7217 → 最终 0.2979；最小 0.2666，最大 0.7949；64 个记录样本。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entropy：初始 -29.23 → 最终 -29.22；最小 -29.23，最大 -29.22；64 个记录样本。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explained_variance：初始 0.001202 → 最终 0.05922；最小 -0.06060，最大 0.1143；64 个记录样本。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mean_loss：初始 964.7 → 最终 992.4；最小 840.4，最大 1104；64 个记录样本。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mean_raw_return：初始 517.6 → 最终 1676；最小 318.2，最大 8254；110 个记录样本。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mean_reward：初始 7.171 → 最终 7.420；最小 6.653，最大 8.069；64 个记录样本。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policy_loss：初始 0.05633 → 最终 0.001741；最小 -0.008248，最大 0.2919；64 个记录样本。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value_loss：初始 964.7 → 最终 992.4；最小 840.4，最大 1104；64 个记录样本。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训练前确认标准 61 输入/14 输出 actor 策略网络约定和冻结归一化器的一致性。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验证门架 geom 不参与碰撞且无法形成隐藏支撑。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验证课程只向木板施力，并且绝不改变奖励权重。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在不使用 --bridge-curriculum 的条件下评估，并要求每个获得认可的步骤均满足 bridge_assistance=0。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要求每条通道恰好完成 1,000 步时域；截断的末尾片段不能通过。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要求至少前进 1.60 m，并且经过接触验证的 bridge_crossed 标志成立且双足均位于终点。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出现地面接触、非足部支撑、缺少悬空木板接触、跌倒或回合不完整时均判定失败。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 recipe_metrics 字段 bridge_crossed、bridge_progress_m、bridge_assistance、bridge_contact_observed、feet_on_bridge、feet_on_end_platform、robot_floor_contact 和 nonfoot_support。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观看完整 MP4 并统计重置次数；不要合并不同尝试的进展。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 pipeline_passed=true 与 skill_status=failed。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事实：bridge-studio-02 恰好训练了 32,768 次新的 PPO 近端策略优化转移。| 来源：rlx/runs/studio/bridge/bridge-studio-02/result.json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事实：技能评估结果为 pipeline_passed=true，但 passed=false 且 skill_status=failed。| 来源：rlx/runs/studio/bridge/bridge-studio-02/evaluation.json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事实：在观察到的 11 次尝试和末尾片段中，记录到 0 次被接受的穿越和 0 个完成的 1,000 步回合。| 来源：rlx/runs/studio/bridge/bridge-studio-02/evaluation.json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事实：最佳桥上进展为 1.1749158752636413 m，低于 1.60 m 阈值，并且 feet_on_end_platform 的最大值为 0。| 来源：rlx/runs/studio/bridge/bridge-studio-02/evaluation.json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事实：评估辅助始终恰好为零；bridge_assistance 的最小值、平均值和最大值均为 0。| 来源：rlx/runs/studio/bridge/bridge-studio-02/evaluation.json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事实：env_steps 512 时的第一次 PPO 近端策略优化更新记录了 mean_loss 964.7162933349609、policy_loss 0.05632817558944225、value_loss 964.6599655151367、approximate_kl 0.5332980752573349、clip_fraction 0.7216796875 和 explained_variance 0.0012020504251625264。| 来源：rlx/runs/studio/bridge/bridge-studio-02/training-metrics.jsonl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事实：env_steps 32768 时的最终 PPO 近端策略优化更新记录了 mean_loss 992.3935241699219、policy_loss 0.0017409028951078653、value_loss 992.3917770385742、approximate_kl 0.011814007302746177、clip_fraction 0.2978515625 和 explained_variance 0.05922189893301022。| 来源：rlx/runs/studio/bridge/bridge-studio-02/training-metrics.jsonl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事实：保留的 20 秒诊断视频包含两次明确重置以及之后在木板上的部分进展；它不是一次连续穿越。| 来源：docs/bridge-showcase/RESULTS.md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事实：渲染 MP4 通过 SHA256 7386c84eb8065d2f4ac2b297ba5b082dc658648657e4190a9491872bab6e50a6 绑定哈希。| 来源：rlx/runs/studio/bridge/bridge-studio-02/render/evidence.json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观看已保存的真实仿真轨迹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2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604418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1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 20.0 s MP4  •  在 PowerPoint 幻灯片放映中单击  •  备用：videos/bridge-rollout.mp4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悬索桥穿越失败。部分进展和有效场景并不能证明已掌握所要求的技能。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导航指令器使用特权世界坐标位置和朝向，因此完整协议包含学习得到的 actor 策略网络之外的组件。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actor 策略网络看不到木板状态，只能通过 IMU、关节、上一个动作和生成的指令槽位进行适应。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该试验从 alpha_walking 热启动 actor 策略网络，并使用全新的 critic 价值网络和优化器，并非上游训练的精确续训。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课程完成情况尚未得到证实；32,768 次转移并不意味着已晋级到最终无辅助阶梯。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保留的评估关闭了随机化、噪声、延迟和随机偏航角，并且只使用三条向量化通道。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木板、摩擦力、肌腱和缆索数值是合理的仿真器参数，并非实测值或经过认证的施工方案。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不声称实现了硬件安全的穿越或仿真到现实结果。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建议练习——并非测量结果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根据平台、木板和锚点坐标，按比例绘制桥梁侧视图。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 0.113 m 横向偏移和 0.545 m 垂直偏移计算标称缆索长度。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标出指令器的每个特权输入，以及实际传递给 61 维观测 actor 策略网络的每个值。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解释为何 bridge_progress_m 可用于评估，却有意不纳入奖励。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建议练习——并非测量结果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 32,768 次转移运行的批大小、更新次数和优化器 minibatch 大小。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绘制第一次和最终更新的损失字段，并解释为何两者都不能证明完成了穿越。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 11 次评估尝试，并将每次失败分类为跌倒、时域不完整、缺少木板接触、地面接触或进展不足。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 ep0.mp4，为两次重置标注时间戳，并找出连续行进最远的一次尝试。</a:t>
            </a:r>
            <a:endParaRPr lang="en-US" sz="2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建议练习——并非测量结果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设计一项物理/生成位置课程调整，同时保持奖励和最终评估门槛不变。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撰写一张结果幻灯片，在标题中明确说明失败，同时保留有用的环境与探索证据。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提交一个完整实验，而不只是一段视频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训练前：写下一个假设、要修改的参数、固定的基线、随机种子列表、验收标准，以及时间与转移数预算。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训练中：保存准确命令、环境版本、初始化方式、检查点，以及原始奖励、损失和 KL 指标。不得覆盖已有的参考运行。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训练后：使用相同随机种子评估冻结的导出策略；提交全部失败案例、汇总指标、完整轨迹视频和可追溯来源的结果表。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评分标准 / 10：可复现性 2；环境与奖励解释 2；PPO 与指标解读 2；如实验证 2；一个有证据依据的后续实验 2。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备注中提供完整来源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microduck_local/AGENTS.md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docs/student-book/microduck-lab-student-book.md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docs/basketball-bridge-book/chapters/en/03-ppo.md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docs/basketball-bridge-book/chapters/en/05-bridge.md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备注中提供完整来源  /  悬索桥：值得研究的一次失败穿越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docs/microduck-training-student-book/chapters/02a-ppo-code-lab.md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docs/microduck-training-student-book/chapters/02b-gae-workshop.md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scripts/scenarios/README.md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25072</Words>
  <Application>Microsoft Macintosh PowerPoint</Application>
  <PresentationFormat>Widescreen</PresentationFormat>
  <Paragraphs>551</Paragraphs>
  <Slides>44</Slides>
  <Notes>44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Community education — not affiliated with Pollen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Microduck PPO 课堂：悬索桥（简体中文）</dc:title>
  <dc:subject>基于仓库证据的 PPO 机器人训练：准备、环境、奖励、验证与结果</dc:subject>
  <dc:creator>Microduck Lab 课堂教材</dc:creator>
  <cp:lastModifiedBy>George Hu</cp:lastModifiedBy>
  <cp:revision>2</cp:revision>
  <dcterms:created xsi:type="dcterms:W3CDTF">2026-09-11T20:37:21Z</dcterms:created>
  <dcterms:modified xsi:type="dcterms:W3CDTF">2026-09-11T20:46:00Z</dcterms:modified>
</cp:coreProperties>
</file>