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彩色鸭绘画：成功的 brush-v2 反馈控制
用例：MicroDuck 在 MuJoCo 中使用预先装入的自由画笔，绘制固定的四色游泳鸭。已发布的 brush-color-v2-03 ONNX 通过了要求的 40/40 个回合。讲授完整的教师数据、岭回归 BC、DAgger、锚定 PPO、导出和验证流水线。匹配的 BC 也通过了 40/40：PPO 保留了成功行为，并未证明有所改进。历史铅笔失败仍是独立证据。
首先说明：搭建仿真训练流程，不等于策略已经掌握技能。封面图片截取自本案例的真实仿真轨迹视频，并非生成式插画。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你将构建什么？现有证据说明了什么？
用例：MicroDuck 在 MuJoCo 中使用预先装入的自由画笔，绘制固定的四色游泳鸭。已发布的 brush-color-v2-03 ONNX 通过了要求的 40/40 个回合。讲授完整的教师数据、岭回归 BC、DAgger、锚定 PPO、导出和验证流水线。匹配的 BC 也通过了 40/40：PPO 保留了成功行为，并未证明有所改进。历史铅笔失败仍是独立证据。
学习目标：描述场景，解释观测到动作的映射和奖励，追踪一次 PPO 更新，运行有限预算实验，并用证据支撑评估结论。
现在已支持成功的固定模板仿真绘画。较早的铅笔实验并未被追溯改判为成功，新的 93/15 画笔契约也不能替代标准 61/14 部署。
适用范围：本地 MuJoCo 仿真。请勿将课堂产物直接部署到实体机器人；硬件迁移需要独立且经过验证的流程。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1/2
一个全碰撞 MicroDuck 仿真、画布和画架；14 个原始关节控制，外加一个仿真下颚动作。这是教学模型，不是硬件物料清单。
一支自由画笔通过 pencil_free 关节夹持在上、下喙垫之间。它是预先装入的，并未焊接到头部；自主拾取不属于本案例范围。
一个被动柔顺接触笔簇：球体半径 1.0 mm、质量 0.00003 kg，bristle_compression 行程 -3.0 至 0.3 mm。三根装饰性刷毛和一个金属箍仅用于视觉呈现，并非各自独立的柔性接触刷毛。
一个被动弹簧，刚度 25 N/m、阻尼 0.32 N s/m、armature 0.001 kg，默认夹持摩擦系数 1.2。它增加的是柔顺性，而不是第十六个电机。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2/2
四个实体颜料槽：金色、橙色、炭黑色和蓝色；另有一个不参与接触的调色盘背板。笔尖接触时加载离散颜料；仿真不包含流体混合、清洗或残余颜料动力学。
现有 CPU Python 环境包含 MuJoCo、Torch、Stable-Baselines3、Gymnasium、NumPy、ONNX、ONNX Runtime、Pillow 和 FFmpeg。使用 rlx/.venv-microduck/bin/python；源代码/模型兼容性比未经验证的软件包升级更重要。
保留的产物：final-seed11 教师数据集及侧车文件；brush-color-v2-03 已归档源代码包、训练元数据、BC/PPO 检查点、冻结的 ONNX 文件、评估和实际接触视频。仅含幻灯片的 ZIP 并不包含所有权重或训练依赖项。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1/3
当前契约：microduck-brush-v2，93 个观测和 15 个动作，simulation_only 且 hardware_compatible=false。历史铅笔使用 microduck-drawing-v1 83/15。两者都不能热切换到标准 61/14 行走部署中。
观测 0:61 保留 IMU 角速度、投影重力、14 个相对关节位置、先前的关节速度/动作以及清零的预留命令槽。观测 61:83 增加嘴部状态、笔尖/目标几何关系、速度、落笔请求和接触力。
画笔尾部 83:87 = 已加载颜色 one-hot；87:91 = 计划颜色 one-hot；91 = 以毫米为单位的压缩量；92 = 轨迹模式除以 2。当前 actor 不使用 83:93：颜色规划和漏蘸恢复并非学习所得。
动作 0:14 控制原始关节；action[14] 映射为 mouth_target = 0.24 + 0.36 * action[14]。结构化头部 actor 预测每步限制在 0.025 以内的增量，并且仅在输出时将其加到前一个动作上。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2/3
头部特征组合位置、目标误差、画笔方向、接触力和二次交互项。踝关节使用线性重力/角速度反馈；其他身体关节和下颚学习常量偏移。这是结构化的学习型反馈策略，不是不受约束的图像到动作网络。
物理时间步 0.002 s 对应 500 Hz；10 个子步形成 0.020 s 的控制周期，即 50 Hz。完整参考轨迹包含 5,998 个控制步，实测为 119.96 s，尽管命令预算为 120 s。
只有笔尖/颜料槽的实际作用力高于 0.0001 N 时才会加载颜料。画布标记使用 MuJoCo 中笔尖的实际接触和当前已加载颜色，而不是将参考像素粘贴到画布上。
固定鸭子图案、颜色分配、笔画顺序以及接近/蘸取/提笔目标均由人工设计。学习得到的电机控制器在运行时无需雅可比教师即可遵循该计划。本案例不声称具备相机、图像识别或任意视觉构图能力。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3/3
成功结果在十种独立配置上进行评估，每种配置使用四个种子。重置扰动测试的是有界域；一张漂亮的渲染图并不等同于 40 回合验收结果。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本案例的构建流程
01 / 材料：自由画笔 + 实体调色盘
02 / 数据：47,984 条教师记录
03 / 热启动：岭回归 BC + 2 轮 DAgger
04 / PPO：49,152 步 + 锚点门槛
05 / 验证：冻结的 PPO 和 BC：40/40
06 / 证据：接触绘画 + 完整视频
这是用于解释流程的示意图，不是实测学习曲线。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1/2
首先保留历史事实：drawing-pilot-01 和 drawing-refinement-02 各使用了 32,768 个 PPO transitions，且均未通过铅笔验收。它们的教师可行性视频并不是成功的学习策略。
诊断发现一个已确认的配置缺陷：预期的 initial_std=0.005 在 BC 后被重置为实际生效的 0.02。两个历史 PPO 策略也都偏离了 BC。这些观察结果不能证明所有失败都源于同一个原因。
构建独立的 brush-v2 契约，包含柔顺接触、实体颜色槽和结构化动作增量 actor。多项变更同时发生，因此不能将全部改进归因于 PPO 或仅归因于画笔柔顺性。
在收集数据前归档训练源代码。使用数据种子 11 时，解析雅可比教师提供八个 5,998 步回合：共 47,984 条初始标注观测/动作。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2/2
使用 ridge=0.01 拟合岭回归 BC。在两轮 DAgger 中重新标注学生访问的状态并再次拟合；数据集大小依次变为 47,984、77,974 和 105,858。这些是监督拟合记录，不是新的 PPO transitions。
使用训练种子 101、较小的逐动作噪声和 learning_rate=1e-7 热启动 PPO。收集 49,152 个真正的同策略 transitions；每次更新后，在保存的 BC/DAgger 锚点观测上评估确定性动作漂移。
仅当最大漂移为有限值且 &lt;=0.00025 时接受更新；否则恢复策略参数和优化器状态。导出不可变的确定性 PPO 和匹配 BC ONNX，使用静态 93-input/15-output 接口。
对两个模型运行完全相同的独立验收套件，验证源代码/模型哈希，检查所有失败和负对照，然后渲染同一个 PPO ONNX。最终门槛通过；本课程不会重新运行训练。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PPO 裁剪代理目标
这是教学公式，不是已保存实验的测量值。优化器最小化负的策略代理目标，并加入具体实现定义的价值与熵项。PPO 裁剪并不构成 KL 的硬性上限，应监控 KL 和裁剪比例。策略损失或高斯分布熵为负，不一定表示错误。不同场景的奖励单位和优化器约定可能不同。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沿着一次轨迹采样，理解学习器的处理过程
使用当前随机策略采集观测、采样动作、旧策略对数概率、价值估计、奖励以及回合边界标记。
计算时序差分残差和广义优势估计（GAE）。真正终止时，后续价值为零；超时截断时，可以使用保存的最终观测进行价值自举。
在重置边界切断优势递推。不得使用下一回合的初始观测，对上一回合的超时状态进行价值自举。
重复使用同一批数据进行 PPO 小批次更新，再采集新的同策略数据。评估时导出确定性策略网络及其观测变换。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纸笔练习：计算样本数与裁剪目标
教学算例，并非本次实验：16 个环境 × 128 步 = 每次采样得到 2,048 条新转移。四轮优化重复使用这些转移，并不会产生 8,192 条新样本。
当 ε = 0.2、ratio = 1.4、A = +2 时：min(2.8, 2.4) = 2.4。在求平均和加入其他损失项之前，被最小化的策略项为 −2.4。
保持相同的 ratio，令 A = −2：min(−2.8, −2.4) = −2.8。请解释：优势符号改变后，裁剪为何呈现不对称效果？
在仓库根目录运行：python3 docs/microduck-training-student-book/learning_lab.py --gae。这是确定性的算术练习，不会训练新策略。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1/2
tracking = 2.0 * exp(-(tip_target_distance / 0.006)^2)：平滑的局部跟踪奖励。6 mm 的奖励尺度并不是更严格的 1.5 mm 最终评分容差。
当实际标记存在状态与请求的落笔状态一致时，contact = 0.4。正确的抬笔移动也可获得此奖励；持续接触并非目标。
维持整个物理子步期间的夹持时，grasp = 0.3；upright = 0.3 * max(0, trunk_upright)。平衡和夹持保持提供支持，但不能取代图像几何验收。
action_rate_penalty = -0.01 * sum((action - previous_action)^2) 用于抑制突变的控制动作。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2/2
force_penalty = -0.02 * max(0, canvas_force - 0.5)^2。最终验证还会单独要求峰值力低于 0.5 N。
当 loaded_color 等于 desired_color 时，color = 0.4。它奖励的是已实现的接触状态；这不能证明 actor 学会了颜色计划，因为 actor 忽略新增的颜色尾部观测。
环境返回这些逐步奖励之和。日志保留 reward_mean，而非完整的回合回报序列。更高的奖励或被接受的锚点更新并不自动意味着绘画质量更好。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记录的训练方案  ·  1/3
选定运行：rlx/runs/studio/drawing/brush-color-v2-03。数据种子 11；训练种子 101；数据集 SHA-256 记录在 training.json 中，并在拟合前与教师侧车文件进行验证。
岭回归 BC：0.01；两轮 DAgger。各次拟合后的归一化增量 MSE：8.067842827585991e-06、1.9331184375914745e-05 和 3.993013524450362e-05。由于数据集发生变化，这些值不适合作为一条单调可比的学习曲线。
一个环境；n_steps=6144；八次 rollout 产生 49,152 个新的 transitions。batch_size=512 使每个 epoch 包含 12 个 minibatch；n_epochs=2 是复用数据，而不是将仿真器 transitions 翻倍。
PPO learning_rate=1e-7；gamma=0.995；gae_lambda=0.95；clip_range=0.05；target_kl=0.002；max_grad_norm=0.3。这些数值来自已归档的训练脚本，并非通用 PPO 默认值。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记录的训练方案  ·  2/3
价值系数 vf_coef=0.05；熵系数 ent_coef=0。探索标准差：头部 0.0003、身体/腿部 0.0001、下颚 0.0002。日志中的 entropy_loss 并不是熵本身。
使用基于 4,096 的步幅，从 BC/DAgger 数据中对锚点观测进行子采样。每次更新都将确定性动作与保存的 BC/DAgger actor 进行比较；最大允许漂移为 0.00025。
全部八次 PPO 更新都通过了漂移门槛。记录的最大 anchor_max_drift 为 0.00015974044799804688。验收表示动作漂移约束得到满足，并不代表图像质量存在因果增益。
ONNX 一致性 max_absolute_error=1.4901161193847656e-08，passed=true。PPO ONNX SHA-256：6e083a2a1a0e3114016be9ef0d377d9e9245648ca174303c5f8d0340bdf4500e。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记录的训练方案  ·  3/3
计数练习：47,984 条初始教师记录；105,858 条最终拟合记录；49,152 个 PPO transitions；每个模型有 40 * 5,998 = 239,920 个评估步；展示轨迹中有 3,484 行接触记录。这些属于不同的数据总体。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1/3
工作目录：.
PYTHONPATH=rlx:microduck_local/src rlx/.venv-microduck/bin/python rlx/examples/ppo_microduck_brush.py --help
运行实验前，检查画笔 CLI 及其独立的 93/15 接口。
工作目录：.
DATA="$(mktemp -d /tmp/microduck-brush-data.XXXXXX)"; PYTHONPATH=rlx:microduck_local/src rlx/.venv-microduck/bin/python rlx/examples/ppo_microduck_brush.py data --out "$DATA" --seed 11; printf '%s\n' "$DATA"
在新的临时目录中创建教师数据。保留输出的 DATA 路径供下一条命令使用；绝不覆盖已发布的数据集。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2/3
工作目录：.
RUN="$(mktemp -d /tmp/microduck-brush-run.XXXXXX)"; PYTHONPATH=rlx:microduck_local/src rlx/.venv-microduck/bin/python rlx/examples/ppo_microduck_brush.py train --out "$RUN" --data "$DATA/teacher.npz" --seed 101 --steps 49152 --dagger 2 --ridge 0.01 --learning-rate 1e-7 --anchor-limit 0.00025
在同一个 shell 中，将岭回归 BC、两轮 DAgger 和锚定 PPO 训练到新的 RUN 中。此次复现是一个新实验，不保证通过。
工作目录：.
OUT="$(mktemp -d /tmp/microduck-brush-eval.XXXXXX)"; PYTHONPATH=rlx:microduck_local/src rlx/.venv-microduck/bin/python rlx/examples/ppo_microduck_brush.py eval --onnx rlx/runs/studio/drawing/brush-color-v2-03/policy.onnx --out "$OUT/ppo-eval.json" --seed 10001 --episodes 4
在十种条件、每种四个种子上评估已发布的 PPO ONNX；写入单独的报告，不要覆盖源证据。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3/3
工作目录：.
OUT="$(mktemp -d /tmp/microduck-brush-bc-eval.XXXXXX)"; PYTHONPATH=rlx:microduck_local/src rlx/.venv-microduck/bin/python rlx/examples/ppo_microduck_brush.py eval --onnx rlx/runs/studio/drawing/brush-color-v2-03/bc.onnx --out "$OUT/bc-eval.json" --seed 10001 --episodes 4
使用完全相同的门槛评估匹配的 BC；不要将 PPO 与不匹配的教师或不同任务进行比较。
工作目录：.
OUT="$(mktemp -d /tmp/microduck-brush-render.XXXXXX)"; PYTHONPATH=rlx:microduck_local/src rlx/.venv-microduck/bin/python rlx/examples/render_microduck_brush.py --onnx rlx/runs/studio/drawing/brush-color-v2-03/policy.onnx --out "$OUT" --seed 501 --seconds 120
在运行时没有教师的情况下渲染已发布的学习型 ONNX。120 s 的请求会完成一条 119.96 s 的人工设计轨迹。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奖励：日志信号与真正的任务目标一致吗？
图表来源：rlx/runs/studio/drawing/brush-color-v2-03/ppo_history.csv
来自已验收 brush-color-v2-03 运行的八条锚定 PPO 更新记录。steps 是累计的新 transitions 数；reward_mean 是逐步奖励；entropy_loss 是日志记录的损失项，而不是策略熵。没有虚构合并后的总损失或解释方差。历史铅笔指标来自另一个实验。
训练奖励是优化信号，不是验收标准。完整记录字段见 raw/&lt;case&gt;/。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损失：观察策略、价值估计与策略漂移
图表来源：rlx/runs/studio/drawing/brush-color-v2-03/ppo_history.csv
来自已验收 brush-color-v2-03 运行的八条锚定 PPO 更新记录。steps 是累计的新 transitions 数；reward_mean 是逐步奖励；entropy_loss 是日志记录的损失项，而不是策略熵。没有虚构合并后的总损失或解释方差。历史铅笔指标来自另一个实验。
损失更低，不等于机器人技能更好。损失的符号和数值尺度取决于具体实现。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诊断：优化器的行为正常吗？
图表来源：rlx/runs/studio/drawing/brush-color-v2-03/ppo_history.csv
来自已验收 brush-color-v2-03 运行的八条锚定 PPO 更新记录。steps 是累计的新 transitions 数；reward_mean 是逐步奖励；entropy_loss 是日志记录的损失项，而不是策略熵。没有虚构合并后的总损失或解释方差。历史铅笔指标来自另一个实验。
熵、裁剪比例、解释方差和耗时都是诊断指标，不能单独构成通过或失败的证明。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1/2
anchor_max_drift：初始 0.00008613 → 最终 0.0001460；最小 0.00008613，最大 0.0001597；8 个记录样本。
approx_kl：首值 0.0002954 → 末值 0.0001603；最小值 0.00009847，最大值 0.0002954；记录了 8 个样本。
clip_fraction：首值 0.02808 → 末值 0.01131；最小值 0.004313，最大值 0.02808；记录了 8 个样本。
entropy_loss：首值 111.8 → 末值 111.8；最小值 111.8，最大值 111.8；记录了 8 个样本。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2/2
policy_gradient_loss：首值 -0.0005970 → 末值 -0.0004170；最小值 -0.001051，最大值 -0.0002070；记录了 8 个样本。
reward_mean：首值 3.293 → 末值 3.302；最小值 3.293，最大值 3.303；记录了 8 个样本。
value_loss：首值 3603 → 末值 3616；最小值 3603，最大值 3618；记录了 8 个样本。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1/3
评估前冻结模型字节。检查 ONNX、检查点、侧车文件、嵌入的训练元数据和已归档训练源代码的哈希；应检查 provenance_errors，而不能把文件名当作来源证明。
十种必测配置：nominal；offset (0.002,0.002) m；scale 0.95；grip friction 0.9；brush stiffness 30 N/m；combined_left；combined_small；combined_right；boundary_large；boundary_soft。每种配置的全部四个种子都必须通过。
组合门槛同时改变 offset、scale、friction 和 stiffness。边界覆盖 scale 0.88 至 1.12、grip friction 0.8，以及 stiffness 18 至 40 N/m；精确配置保留在 raw/drawing/eval.json 和源工作流中。
对于金色、橙色、炭黑色和蓝色中的每一种颜色：在几何容差 0.0015 m 下，coverage &gt;=0.95 且 precision &gt;=0.95。要求完整的 5,998 步轨迹、无跌倒/掉落且 assistance=0。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2/3
安全风格的仿真门槛：grasp_fraction &gt;=0.90、max_normal_force_n &lt;0.5、max_compression_m &lt;0.0035、pen_up_leak_fraction &lt;0.05。这些是仿真验收检查，不是实体机器人的安全认证。
要求按 gold -&gt; orange -&gt; charcoal -&gt; blue 顺序从实体调色盘实际加载颜料。null 和 open_jaw 两个负对照都必须失败。用参考目标替换结果或仅展示彩色纹理都不是有效证据。
使用相同的条件和种子套件评估匹配的 BC。PPO 40/40 和 BC 40/40 支持的是行为保留；无论相同的成功率还是 PPO 略低的精确率，都不能证明 PPO 更优。
最终 PPO 与匹配 BC 报告均允许只更改评估流水线：training_pipeline_source_match=false、environment_source_match=true、provenance_errors=[]。归档训练脚本仍与各模型匹配。匹配 BC 的强化溯源重评估已于 2026 年 9 月 11 日 21:41:35 UTC 完成。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3/3
将渲染的 source_sha256 绑定到已评估的 PPO ONNX。另行检查浏览器回执：viewer.json 对一次有界实时检查报告 passed=false。离线 ONNX 套件成功并不意味着每项 UI 验证都通过。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1/3
已发布的 brush-color-v2-03：passed=true、skill_status=passed，要求的 PPO 回合 40/40 通过，包含十种独立配置且每种使用四个种子。每次运行完成 5,998 步 / 119.96 s，且 assistance=0。
PPO 汇总 mean_coverage=1.0、mean_precision=0.999531977503557。匹配的 BC 也通过 40/40，mean_coverage=1.0、mean_precision=0.9996346455645799。结论：PPO 保留了成功的 BC/DAgger 行为。
PPO 最差的单色精确率为 0.9862436754827598，高于 0.95；最小 grasp_fraction 为 0.9998332777592531。汇总覆盖率不能掩盖某个单独颜色或种子的失败。
PPO 峰值力 0.040318330721211285 N、峰值压缩量 0.0015517988613261476 m，最大抬笔泄漏 0.04143426294820717，均满足声明的门槛。这些是必测评估套件中的最大值，而不是单帧数据。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2/3
记录的全部八次更新均通过锚点门槛。reward_mean 从 3.2931220531463623 变为 3.3020718097686768；这一微小变化不能证明绘画有所改进。
最终 policy_gradient_loss=-0.0004169998671083401；value_loss=3616.0631205240884；approx_kl=0.0001603432756382972；clip_fraction=0.011311848958333334。尽管技能行为被验收，价值损失仍然很大：优化器诊断与任务成功是不同概念。
与源绑定的展示结果：controller=onnx、teacher_diagnostic=false、assessment passed=true，记录了 3,484 行接触数据并包含全部四种颜色。实际绘制图像来自接触轨迹，而非人工设计的参考图像。
历史记录保持完整：两次铅笔 PPO 试验均失败；brush-color-v2-01 是初步的 20/20；brush-color-v2-02 使用数据种子 101 时未通过 BC 验证；最终 brush-color-v2-03 使用数据种子 11 和训练种子 101。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3/3
独立边界：最终 PPO 与匹配 BC 均报告 provenance_errors=[] 和 environment_source_match=true。浏览器/实时检查仍报告 passed=false。不要把独立模型验收与浏览器验证混为一谈。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成功的 rollout：实际接触绘画
源图像：docs/drawing-case/brush/media/painting.png
来自已发布 PPO ONNX 的实际四色画笔接触绘画；不是参考目标。完整的 40 回合套件通过，匹配的 BC 也通过。来源：docs/drawing-case/brush/media/render.json。
本幻灯片展示的是保存的结果图像本身，而不是早期视频封面或生成的插图。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已保存的策略视频
来源：rlx/runs/studio/drawing/brush-color-v2-03/render/rollout.mp4
嵌入视频逐字节复制，未重新生成或加速。单个视频不等于多随机种子评估。PowerPoint 播放需要点击；如果其他演示软件不能解码嵌入媒体，请使用本地播放器打开附带的 MP4。
现在已支持成功的固定模板仿真绘画。较早的铅笔实验并未被追溯改判为成功，新的 93/15 画笔契约也不能替代标准 61/14 部署。
BC/DAgger 已经以略高的精确率通过了相同的 40/40 基准。没有证据确立 PPO 带来改进、从零开始习得该技能或存在单因素因果解释。
actor 忽略颜色尾部观测 83:93；颜色和蘸取顺序由人工设计。不得将该系统描述为学习得到的颜色规划、视觉、任意绘画或自主漏蘸恢复。
画笔初始时已在嘴中。拾取、清洗、颜料混合、材料校准、真实伺服器安全和硬件迁移仍未经测试。装饰性刷毛并不是独立仿真的柔性刷毛。
使用 brush 数据种子 101 的失败尝试表明结果对种子敏感。使用不同种子重复该方案是一次实验，并不保证课堂运行会通过。
锚点验收仅限制所选训练观测上的动作漂移。它不是独立的泛化或绘画质量证书；40 回合 ONNX 套件提供了另一份独立证据。
本次课堂更新复用已有训练/评估产物及视频，没有重新训练。浏览器验证与未来任何模型重评估都必须独立跟踪。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教师可行性视频
来源：docs/drawing-case/teacher-render/rollout.mp4
嵌入视频逐字节复制，未重新生成或加速。单个视频不等于多随机种子评估。PowerPoint 播放需要点击；如果其他演示软件不能解码嵌入媒体，请使用本地播放器打开附带的 MP4。
现在已支持成功的固定模板仿真绘画。较早的铅笔实验并未被追溯改判为成功，新的 93/15 画笔契约也不能替代标准 61/14 部署。
BC/DAgger 已经以略高的精确率通过了相同的 40/40 基准。没有证据确立 PPO 带来改进、从零开始习得该技能或存在单因素因果解释。
actor 忽略颜色尾部观测 83:93；颜色和蘸取顺序由人工设计。不得将该系统描述为学习得到的颜色规划、视觉、任意绘画或自主漏蘸恢复。
画笔初始时已在嘴中。拾取、清洗、颜料混合、材料校准、真实伺服器安全和硬件迁移仍未经测试。装饰性刷毛并不是独立仿真的柔性刷毛。
使用 brush 数据种子 101 的失败尝试表明结果对种子敏感。使用不同种子重复该方案是一次实验，并不保证课堂运行会通过。
锚点验收仅限制所选训练观测上的动作漂移。它不是独立的泛化或绘画质量证书；40 回合 ONNX 套件提供了另一份独立证据。
本次课堂更新复用已有训练/评估产物及视频，没有重新训练。浏览器验证与未来任何模型重评估都必须独立跟踪。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1/2
现在已支持成功的固定模板仿真绘画。较早的铅笔实验并未被追溯改判为成功，新的 93/15 画笔契约也不能替代标准 61/14 部署。
BC/DAgger 已经以略高的精确率通过了相同的 40/40 基准。没有证据确立 PPO 带来改进、从零开始习得该技能或存在单因素因果解释。
actor 忽略颜色尾部观测 83:93；颜色和蘸取顺序由人工设计。不得将该系统描述为学习得到的颜色规划、视觉、任意绘画或自主漏蘸恢复。
画笔初始时已在嘴中。拾取、清洗、颜料混合、材料校准、真实伺服器安全和硬件迁移仍未经测试。装饰性刷毛并不是独立仿真的柔性刷毛。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2/2
使用 brush 数据种子 101 的失败尝试表明结果对种子敏感。使用不同种子重复该方案是一次实验，并不保证课堂运行会通过。
锚点验收仅限制所选训练观测上的动作漂移。它不是独立的泛化或绘画质量证书；40 回合 ONNX 套件提供了另一份独立证据。
本次课堂更新复用已有训练/评估产物及视频，没有重新训练。浏览器验证与未来任何模型重评估都必须独立跟踪。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1/2
解释三种契约：标准 61/14、历史铅笔 83/15 和当前画笔 93/15。指出哪个被动柔顺坐标不是额外动作。
计算新的 PPO transitions：1 * 6144 * 8 = 49,152。解释为什么两个优化器 epoch、教师记录和接触行都不是额外的同策略仿真器 transitions。
追踪一次 approach -&gt; dip -&gt; paint 序列。区分人工设计的目标计划、学习得到的电机动作、实体颜料加载和基于接触的评分。
从八行 CSV 中读取 reward_mean、policy_gradient_loss、value_loss、approx_kl、clip_fraction、entropy_loss 和 anchor_max_drift。解释为什么 entropy_loss 不是熵，以及为什么 accepted_update 不是成功率曲线。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2/2
提出一项受控变更：锚点限制、探索噪声或训练数据种子。保持 BC 基线、源代码哈希、评估条件和验收阈值不变；保留被拒绝的更新和失败运行。
比较 40/40 的 BC 和 PPO 表格。写出证据充分支持的最强结论，然后列出声称 PPO 改进了质量、能泛化到未见过的画作或能在实体机器人上工作所缺少的证据。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提交一个完整实验，而不只是一段视频
训练前：写下一个假设、要修改的参数、固定的基线、随机种子列表、验收标准，以及时间与转移数预算。
训练中：保存准确命令、环境版本、初始化方式、检查点，以及原始奖励、损失和 KL 指标。不得覆盖已有的参考运行。
训练后：使用相同随机种子评估冻结的导出策略；提交全部失败案例、汇总指标、完整轨迹视频和可追溯来源的结果表。
评分标准 / 10：可复现性 2；环境与奖励解释 2；PPO 与指标解读 2；如实验证 2；一个有证据依据的后续实验 2。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1/2
docs/drawing-case/brush/README.en.md
docs/drawing-case/brush/RESULTS.md
docs/drawing-case/brush/DIAGNOSIS.md
docs/drawing-case/brush/training.json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2/2
docs/microduck-training-student-book/chapters/02a-ppo-code-lab.md
docs/microduck-training-student-book/chapters/02b-gae-workshop.md
scripts/scenarios/README.md
README.md
教学方法：展示证据前，先请学生预测结果。明确区分已有测量、教学算例和拟议实验。不得暗示这些幻灯片展示了新训练的策略或真实硬件验证。
案例来源（相对于仓库根目录）：
docs/drawing-case/brush/README.en.md
docs/drawing-case/brush/RESULTS.md
docs/drawing-case/brush/DIAGNOSIS.md
docs/drawing-case/brush/training.json
docs/drawing-case/brush/README.md
rlx/runs/studio/drawing/brush-color-v2-03/eval.json
rlx/runs/studio/drawing/brush-color-v2-03/bc-eval.json
rlx/runs/studio/drawing/brush-color-v2-03/training.json
rlx/runs/studio/drawing/brush-color-v2-03/ppo_history.csv
rlx/runs/studio/drawing/brush-color-v2-03/render/render.json
rlx/runs/studio/drawing/brush-color-v2-03/policy.zip.json
rlx/runs/studio/drawing/brush-color-v2-03/sources/ppo_microduck_brush.py
rlx/runs/brush-data/final-seed11/teacher.json
docs/drawing-case/brush/evidence/viewer.json
docs/drawing-case/brush/evidence/workflow.json
rlx/rlx/environments/brush.py
rlx/rlx/environments/brush_reference.py
rlx/rlx/models/drawing_feedback.py
rlx/examples/ppo_microduck_brush.py
rlx/examples/render_microduck_brush.py
docs/drawing-case/RESULTS.md
docs/drawing-case/results.json
docs/drawing-case/teacher-render/render.json
PPO 教学参考资料：
docs/microduck-training-student-book/chapters/02a-ppo-code-lab.md
docs/microduck-training-student-book/chapters/02b-gae-workshop.md
scripts/scenarios/README.md
README.md
证据版本：2026-09-11。完整的原始记录指标收录在 raw/drawing/ 下。有关可精确复制的命令和详细案例证据，请使用配套教师指南和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4-1.mp4"/><Relationship Id="rId2" Type="http://schemas.microsoft.com/office/2007/relationships/media" Target="../media/media-34-1.mp4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5-1.mp4"/><Relationship Id="rId2" Type="http://schemas.microsoft.com/office/2007/relationships/media" Target="../media/media-35-1.mp4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八个案例 / 一种学习方法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08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5532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4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游泳鸭</a:t>
            </a:r>
            <a:endParaRPr lang="en-US" sz="4300" dirty="0"/>
          </a:p>
          <a:p>
            <a:pPr indent="0" marL="0">
              <a:buNone/>
            </a:pPr>
            <a:r>
              <a:rPr lang="zh-CN" sz="4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绘图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85800" y="3328416"/>
            <a:ext cx="523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彩色鸭绘画：成功的 brush-v2 反馈控制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" y="4645152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环境设计 · PPO · 如实验证</a:t>
            </a:r>
            <a:endParaRPr lang="en-US" sz="1700" dirty="0"/>
          </a:p>
        </p:txBody>
      </p:sp>
      <p:pic>
        <p:nvPicPr>
          <p:cNvPr id="11" name="Image 0" descr="/Volumes/ExternalSSD/geoagent/microduck-lab/docs/classroom-ppt/assets/drawing/rollout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0340" y="1783080"/>
            <a:ext cx="4815840" cy="3611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550408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spc="10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 →  训练  →  验证  →  讲解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你将构建什么？现有证据说明了什么？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用例：MicroDuck 在 MuJoCo 中使用预先装入的自由画笔，绘制固定的四色游泳鸭。已发布的 brush-color-v2-03 ONNX 通过了要求的 40/40 个回合。讲授完整的教师数据、岭回归 BC、DAgger、锚定 PPO、导出和验证流水线。匹配的 BC 也通过了 40/40：PPO 保留了成功行为，并未证明有所改进。历史铅笔失败仍是独立证据。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学习目标：描述场景，解释观测到动作的映射和奖励，追踪一次 PPO 更新，运行有限预算实验，并用证据支撑评估结论。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现在已支持成功的固定模板仿真绘画。较早的铅笔实验并未被追溯改判为成功，新的 93/15 画笔契约也不能替代标准 61/14 部署。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适用范围：本地 MuJoCo 仿真。请勿将课堂产物直接部署到实体机器人；硬件迁移需要独立且经过验证的流程。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一个全碰撞 MicroDuck 仿真、画布和画架；14 个原始关节控制，外加一个仿真下颚动作。这是教学模型，不是硬件物料清单。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一支自由画笔通过 pencil_free 关节夹持在上、下喙垫之间。它是预先装入的，并未焊接到头部；自主拾取不属于本案例范围。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一个被动柔顺接触笔簇：球体半径 1.0 mm、质量 0.00003 kg，bristle_compression 行程 -3.0 至 0.3 mm。三根装饰性刷毛和一个金属箍仅用于视觉呈现，并非各自独立的柔性接触刷毛。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一个被动弹簧，刚度 25 N/m、阻尼 0.32 N s/m、armature 0.001 kg，默认夹持摩擦系数 1.2。它增加的是柔顺性，而不是第十六个电机。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四个实体颜料槽：金色、橙色、炭黑色和蓝色；另有一个不参与接触的调色盘背板。笔尖接触时加载离散颜料；仿真不包含流体混合、清洗或残余颜料动力学。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 CPU Python 环境包含 MuJoCo、Torch、Stable-Baselines3、Gymnasium、NumPy、ONNX、ONNX Runtime、Pillow 和 FFmpeg。使用 rlx/.venv-microduck/bin/python；源代码/模型兼容性比未经验证的软件包升级更重要。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保留的产物：final-seed11 教师数据集及侧车文件；brush-color-v2-03 已归档源代码包、训练元数据、BC/PPO 检查点、冻结的 ONNX 文件、评估和实际接触视频。仅含幻灯片的 ZIP 并不包含所有权重或训练依赖项。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当前契约：microduck-brush-v2，93 个观测和 15 个动作，simulation_only 且 hardware_compatible=false。历史铅笔使用 microduck-drawing-v1 83/15。两者都不能热切换到标准 61/14 行走部署中。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5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 0:61 保留 IMU 角速度、投影重力、14 个相对关节位置、先前的关节速度/动作以及清零的预留命令槽。观测 61:83 增加嘴部状态、笔尖/目标几何关系、速度、落笔请求和接触力。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画笔尾部 83:87 = 已加载颜色 one-hot；87:91 = 计划颜色 one-hot；91 = 以毫米为单位的压缩量；92 = 轨迹模式除以 2。当前 actor 不使用 83:93：颜色规划和漏蘸恢复并非学习所得。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 0:14 控制原始关节；action[14] 映射为 mouth_target = 0.24 + 0.36 * action[14]。结构化头部 actor 预测每步限制在 0.025 以内的增量，并且仅在输出时将其加到前一个动作上。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头部特征组合位置、目标误差、画笔方向、接触力和二次交互项。踝关节使用线性重力/角速度反馈；其他身体关节和下颚学习常量偏移。这是结构化的学习型反馈策略，不是不受约束的图像到动作网络。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物理时间步 0.002 s 对应 500 Hz；10 个子步形成 0.020 s 的控制周期，即 50 Hz。完整参考轨迹包含 5,998 个控制步，实测为 119.96 s，尽管命令预算为 120 s。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只有笔尖/颜料槽的实际作用力高于 0.0001 N 时才会加载颜料。画布标记使用 MuJoCo 中笔尖的实际接触和当前已加载颜色，而不是将参考像素粘贴到画布上。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固定鸭子图案、颜色分配、笔画顺序以及接近/蘸取/提笔目标均由人工设计。学习得到的电机控制器在运行时无需雅可比教师即可遵循该计划。本案例不声称具备相机、图像识别或任意视觉构图能力。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成功结果在十种独立配置上进行评估，每种配置使用四个种子。重置扰动测试的是有界域；一张漂亮的渲染图并不等同于 40 回合验收结果。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案例构建流程：以证据形成验证闭环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材料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自由画笔 + 实体调色盘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471416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数据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47,984 条教师记录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48472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热启动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31352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5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岭回归 BC + 2 轮 DAgger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348472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PPO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31352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49,152 步 + 锚点门槛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71416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54296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冻结的 PPO 和 BC：40/40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证据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接触绘画 + 完整视频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840480" y="2441448"/>
            <a:ext cx="566928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08392" y="2441448"/>
            <a:ext cx="57607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39528" y="3145536"/>
            <a:ext cx="0" cy="621792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17536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3840480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1" name="Text 29"/>
          <p:cNvSpPr/>
          <p:nvPr/>
        </p:nvSpPr>
        <p:spPr>
          <a:xfrm>
            <a:off x="731520" y="5641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失败也是数据：每次只改变一个因素，重新训练，并使用相同的验收标准。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首先保留历史事实：drawing-pilot-01 和 drawing-refinement-02 各使用了 32,768 个 PPO transitions，且均未通过铅笔验收。它们的教师可行性视频并不是成功的学习策略。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诊断发现一个已确认的配置缺陷：预期的 initial_std=0.005 在 BC 后被重置为实际生效的 0.02。两个历史 PPO 策略也都偏离了 BC。这些观察结果不能证明所有失败都源于同一个原因。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构建独立的 brush-v2 契约，包含柔顺接触、实体颜色槽和结构化动作增量 actor。多项变更同时发生，因此不能将全部改进归因于 PPO 或仅归因于画笔柔顺性。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在收集数据前归档训练源代码。使用数据种子 11 时，解析雅可比教师提供八个 5,998 步回合：共 47,984 条初始标注观测/动作。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 ridge=0.01 拟合岭回归 BC。在两轮 DAgger 中重新标注学生访问的状态并再次拟合；数据集大小依次变为 47,984、77,974 和 105,858。这些是监督拟合记录，不是新的 PPO transitions。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使用训练种子 101、较小的逐动作噪声和 learning_rate=1e-7 热启动 PPO。收集 49,152 个真正的同策略 transitions；每次更新后，在保存的 BC/DAgger 锚点观测上评估确定性动作漂移。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仅当最大漂移为有限值且 &lt;=0.00025 时接受更新；否则恢复策略参数和优化器状态。导出不可变的确定性 PPO 和匹配 BC ONNX，使用静态 93-input/15-output 接口。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对两个模型运行完全相同的独立验收套件，验证源代码/模型哈希，检查所有失败和负对照，然后渲染同一个 PPO ONNX。最终门槛通过；本课程不会重新运行训练。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PPO：改进策略，同时避免盲目迈出过大一步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10972800" cy="932688"/>
          </a:xfrm>
          <a:prstGeom prst="rect">
            <a:avLst/>
          </a:prstGeom>
          <a:solidFill>
            <a:srgbClr val="142D3B"/>
          </a:solidFill>
          <a:ln w="6350">
            <a:solidFill>
              <a:srgbClr val="142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75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似然比 ratio = πnew(a | o) / πold(a | o)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5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最大化 mean[min(ratio × A, clip(ratio, 1 − ε, 1 + ε) × A)]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策略网络（Actor）：选择关节动作。价值网络（Critic）：估计未来折扣奖励。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31520" y="4809744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表示优势；ε 表示裁剪范围。每个采样批次的旧策略对数概率在更新时保持不变。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沿着一次轨迹采样，理解学习器的处理过程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使用当前随机策略采集观测、采样动作、旧策略对数概率、价值估计、奖励以及回合边界标记。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计算时序差分残差和广义优势估计（GAE）。真正终止时，后续价值为零；超时截断时，可以使用保存的最终观测进行价值自举。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在重置边界切断优势递推。不得使用下一回合的初始观测，对上一回合的超时状态进行价值自举。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重复使用同一批数据进行 PPO 小批次更新，再采集新的同策略数据。评估时导出确定性策略网络及其观测变换。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纸笔练习：计算样本数与裁剪目标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教学算例，并非本次实验：16 个环境 × 128 步 = 每次采样得到 2,048 条新转移。四轮优化重复使用这些转移，并不会产生 8,192 条新样本。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ε = 0.2、ratio = 1.4、A = +2 时：min(2.8, 2.4) = 2.4。在求平均和加入其他损失项之前，被最小化的策略项为 −2.4。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保持相同的 ratio，令 A = −2：min(−2.8, −2.4) = −2.8。请解释：优势符号改变后，裁剪为何呈现不对称效果？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在仓库根目录运行：python3 docs/microduck-training-student-book/learning_lab.py --gae。这是确定性的算术练习，不会训练新策略。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tracking = 2.0 * exp(-(tip_target_distance / 0.006)^2)：平滑的局部跟踪奖励。6 mm 的奖励尺度并不是更严格的 1.5 mm 最终评分容差。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当实际标记存在状态与请求的落笔状态一致时，contact = 0.4。正确的抬笔移动也可获得此奖励；持续接触并非目标。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维持整个物理子步期间的夹持时，grasp = 0.3；upright = 0.3 * max(0, trunk_upright)。平衡和夹持保持提供支持，但不能取代图像几何验收。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action_rate_penalty = -0.01 * sum((action - previous_action)^2) 用于抑制突变的控制动作。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force_penalty = -0.02 * max(0, canvas_force - 0.5)^2。最终验证还会单独要求峰值力低于 0.5 N。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loaded_color 等于 desired_color 时，color = 0.4。它奖励的是已实现的接触状态；这不能证明 actor 学会了颜色计划，因为 actor 忽略新增的颜色尾部观测。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环境返回这些逐步奖励之和。日志保留 reward_mean，而非完整的回合回报序列。更高的奖励或被接受的锚点更新并不自动意味着绘画质量更好。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记录的训练方案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选定运行：rlx/runs/studio/drawing/brush-color-v2-03。数据种子 11；训练种子 101；数据集 SHA-256 记录在 training.json 中，并在拟合前与教师侧车文件进行验证。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岭回归 BC：0.01；两轮 DAgger。各次拟合后的归一化增量 MSE：8.067842827585991e-06、1.9331184375914745e-05 和 3.993013524450362e-05。由于数据集发生变化，这些值不适合作为一条单调可比的学习曲线。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一个环境；n_steps=6144；八次 rollout 产生 49,152 个新的 transitions。batch_size=512 使每个 epoch 包含 12 个 minibatch；n_epochs=2 是复用数据，而不是将仿真器 transitions 翻倍。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learning_rate=1e-7；gamma=0.995；gae_lambda=0.95；clip_range=0.05；target_kl=0.002；max_grad_norm=0.3。这些数值来自已归档的训练脚本，并非通用 PPO 默认值。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记录的训练方案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价值系数 vf_coef=0.05；熵系数 ent_coef=0。探索标准差：头部 0.0003、身体/腿部 0.0001、下颚 0.0002。日志中的 entropy_loss 并不是熵本身。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使用基于 4,096 的步幅，从 BC/DAgger 数据中对锚点观测进行子采样。每次更新都将确定性动作与保存的 BC/DAgger actor 进行比较；最大允许漂移为 0.00025。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全部八次 PPO 更新都通过了漂移门槛。记录的最大 anchor_max_drift 为 0.00015974044799804688。验收表示动作漂移约束得到满足，并不代表图像质量存在因果增益。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ONNX 一致性 max_absolute_error=1.4901161193847656e-08，passed=true。PPO ONNX SHA-256：6e083a2a1a0e3114016be9ef0d377d9e9245648ca174303c5f8d0340bdf4500e。</a:t>
            </a:r>
            <a:endParaRPr lang="en-US" sz="1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记录的训练方案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计数练习：47,984 条初始教师记录；105,858 条最终拟合记录；49,152 个 PPO transitions；每个模型有 40 * 5,998 = 239,920 个评估步；展示轨迹中有 3,484 行接触记录。这些属于不同的数据总体。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可复制命令也见教师指南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PYTHONPATH=rlx:microduck_local/src rlx/.venv-microduck/bin/python rlx/examples/ppo_microduck_brush.py --help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运行实验前，检查画笔 CLI 及其独立的 93/15 接口。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DATA="$(mktemp -d /tmp/microduck-brush-data.XXXXXX)"; PYTHONPATH=rlx:microduck_local/src rlx/.venv-microduck/bin/python rlx/examples/ppo_microduck_brush.py data --out "$DATA" --seed 11; printf '%s\n' "$DATA"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在新的临时目录中创建教师数据。保留输出的 DATA 路径供下一条命令使用；绝不覆盖已发布的数据集。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可复制命令也见教师指南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RUN="$(mktemp -d /tmp/microduck-brush-run.XXXXXX)"; PYTHONPATH=rlx:microduck_local/src rlx/.venv-microduck/bin/python rlx/examples/ppo_microduck_brush.py train --out "$RUN" --data "$DATA/teacher.npz" --seed 101 --steps 49152 --dagger 2 --ridge 0.01 --learning-rate 1e-7 --anchor-limit 0.00025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在同一个 shell 中，将岭回归 BC、两轮 DAgger 和锚定 PPO 训练到新的 RUN 中。此次复现是一个新实验，不保证通过。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OUT="$(mktemp -d /tmp/microduck-brush-eval.XXXXXX)"; PYTHONPATH=rlx:microduck_local/src rlx/.venv-microduck/bin/python rlx/examples/ppo_microduck_brush.py eval --onnx rlx/runs/studio/drawing/brush-color-v2-03/policy.onnx --out "$OUT/ppo-eval.json" --seed 10001 --episodes 4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在十种条件、每种四个种子上评估已发布的 PPO ONNX；写入单独的报告，不要覆盖源证据。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可复制命令也见教师指南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OUT="$(mktemp -d /tmp/microduck-brush-bc-eval.XXXXXX)"; PYTHONPATH=rlx:microduck_local/src rlx/.venv-microduck/bin/python rlx/examples/ppo_microduck_brush.py eval --onnx rlx/runs/studio/drawing/brush-color-v2-03/bc.onnx --out "$OUT/bc-eval.json" --seed 10001 --episodes 4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使用完全相同的门槛评估匹配的 BC；不要将 PPO 与不匹配的教师或不同任务进行比较。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OUT="$(mktemp -d /tmp/microduck-brush-render.XXXXXX)"; PYTHONPATH=rlx:microduck_local/src rlx/.venv-microduck/bin/python rlx/examples/render_microduck_brush.py --onnx rlx/runs/studio/drawing/brush-color-v2-03/policy.onnx --out "$OUT" --seed 501 --seconds 120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在运行时没有教师的情况下渲染已发布的学习型 ONNX。120 s 的请求会完成一条 119.96 s 的人工设计轨迹。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奖励：日志信号与真正的任务目标一致吗？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drawing/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训练奖励是优化信号，不是验收标准。完整记录字段见 raw/&lt;case&gt;/。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损失：观察策略、价值估计与策略漂移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drawing/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损失更低，不等于机器人技能更好。损失的符号和数值尺度取决于具体实现。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诊断：优化器的行为正常吗？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drawing/diagno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熵、裁剪比例、解释方差和耗时都是诊断指标，不能单独构成通过或失败的证明。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anchor_max_drift：初始 0.00008613 → 最终 0.0001460；最小 0.00008613，最大 0.0001597；8 个记录样本。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approx_kl：首值 0.0002954 → 末值 0.0001603；最小值 0.00009847，最大值 0.0002954；记录了 8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clip_fraction：首值 0.02808 → 末值 0.01131；最小值 0.004313，最大值 0.02808；记录了 8 个样本。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entropy_loss：首值 111.8 → 末值 111.8；最小值 111.8，最大值 111.8；记录了 8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policy_gradient_loss：首值 -0.0005970 → 末值 -0.0004170；最小值 -0.001051，最大值 -0.0002070；记录了 8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reward_mean：首值 3.293 → 末值 3.302；最小值 3.293，最大值 3.303；记录了 8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value_loss：首值 3603 → 末值 3616；最小值 3603，最大值 3618；记录了 8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评估前冻结模型字节。检查 ONNX、检查点、侧车文件、嵌入的训练元数据和已归档训练源代码的哈希；应检查 provenance_errors，而不能把文件名当作来源证明。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十种必测配置：nominal；offset (0.002,0.002) m；scale 0.95；grip friction 0.9；brush stiffness 30 N/m；combined_left；combined_small；combined_right；boundary_large；boundary_soft。每种配置的全部四个种子都必须通过。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组合门槛同时改变 offset、scale、friction 和 stiffness。边界覆盖 scale 0.88 至 1.12、grip friction 0.8，以及 stiffness 18 至 40 N/m；精确配置保留在 raw/drawing/eval.json 和源工作流中。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对于金色、橙色、炭黑色和蓝色中的每一种颜色：在几何容差 0.0015 m 下，coverage &gt;=0.95 且 precision &gt;=0.95。要求完整的 5,998 步轨迹、无跌倒/掉落且 assistance=0。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安全风格的仿真门槛：grasp_fraction &gt;=0.90、max_normal_force_n &lt;0.5、max_compression_m &lt;0.0035、pen_up_leak_fraction &lt;0.05。这些是仿真验收检查，不是实体机器人的安全认证。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要求按 gold -&gt; orange -&gt; charcoal -&gt; blue 顺序从实体调色盘实际加载颜料。null 和 open_jaw 两个负对照都必须失败。用参考目标替换结果或仅展示彩色纹理都不是有效证据。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使用相同的条件和种子套件评估匹配的 BC。PPO 40/40 和 BC 40/40 支持的是行为保留；无论相同的成功率还是 PPO 略低的精确率，都不能证明 PPO 更优。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 PPO 与匹配 BC 报告均允许只更改评估流水线：training_pipeline_source_match=false、environment_source_match=true、provenance_errors=[]。归档训练脚本仍与各模型匹配。匹配 BC 的强化溯源重评估已于 2026 年 9 月 11 日 21:41:35 UTC 完成。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将渲染的 source_sha256 绑定到已评估的 PPO ONNX。另行检查浏览器回执：viewer.json 对一次有界实时检查报告 passed=false。离线 ONNX 套件成功并不意味着每项 UI 验证都通过。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已保存结果——并非新的训练运行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已发布的 brush-color-v2-03：passed=true、skill_status=passed，要求的 PPO 回合 40/40 通过，包含十种独立配置且每种使用四个种子。每次运行完成 5,998 步 / 119.96 s，且 assistance=0。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汇总 mean_coverage=1.0、mean_precision=0.999531977503557。匹配的 BC 也通过 40/40，mean_coverage=1.0、mean_precision=0.9996346455645799。结论：PPO 保留了成功的 BC/DAgger 行为。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最差的单色精确率为 0.9862436754827598，高于 0.95；最小 grasp_fraction 为 0.9998332777592531。汇总覆盖率不能掩盖某个单独颜色或种子的失败。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峰值力 0.040318330721211285 N、峰值压缩量 0.0015517988613261476 m，最大抬笔泄漏 0.04143426294820717，均满足声明的门槛。这些是必测评估套件中的最大值，而不是单帧数据。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已保存结果——并非新的训练运行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记录的全部八次更新均通过锚点门槛。reward_mean 从 3.2931220531463623 变为 3.3020718097686768；这一微小变化不能证明绘画有所改进。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 policy_gradient_loss=-0.0004169998671083401；value_loss=3616.0631205240884；approx_kl=0.0001603432756382972；clip_fraction=0.011311848958333334。尽管技能行为被验收，价值损失仍然很大：优化器诊断与任务成功是不同概念。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与源绑定的展示结果：controller=onnx、teacher_diagnostic=false、assessment passed=true，记录了 3,484 行接触数据并包含全部四种颜色。实际绘制图像来自接触轨迹，而非人工设计的参考图像。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历史记录保持完整：两次铅笔 PPO 试验均失败；brush-color-v2-01 是初步的 20/20；brush-color-v2-02 使用数据种子 101 时未通过 BC 验证；最终 brush-color-v2-03 使用数据种子 11 和训练种子 101。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已保存结果——并非新的训练运行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独立边界：最终 PPO 与匹配 BC 均报告 provenance_errors=[] 和 environment_source_match=true。浏览器/实时检查仍报告 passed=false。不要把独立模型验收与浏览器验证混为一谈。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已保存结果图像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成功的 rollout：实际接触绘画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drawing/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9940" y="1664208"/>
            <a:ext cx="554736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43600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来自已发布 PPO ONNX 的实际四色画笔接触绘画；不是参考目标。完整的 40 回合套件通过，匹配的 BC 也通过。来源：docs/drawing-case/brush/media/render.json。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嵌入式离线视频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观看已保存的真实仿真轨迹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58368" y="1691640"/>
            <a:ext cx="7452360" cy="4197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39912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播放前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39912" y="232257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预测一个成功信号和一个失败信号。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439912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39912" y="415137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这个片段能支持哪些结论？哪些问题仍未检验？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599846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 120.0 s MP4  •  在 PowerPoint 幻灯片放映中单击  •  备用：videos/drawing-rollout.mp4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嵌入式离线视频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历史铅笔教师：另一个 83/15 实验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58368" y="1691640"/>
            <a:ext cx="7452360" cy="4197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39912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播放前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39912" y="232257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预测一个成功信号和一个失败信号。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439912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39912" y="415137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这个片段能支持哪些结论？哪些问题仍未检验？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599846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仅代表历史铅笔可行性。这是解析教师，不是 brush-v2 学习得到的 PPO 策略，不是匹配的 BC 基线，也不能证明旧铅笔 PPO 试验曾经通过。  •  已保存 32.0 s MP4  •  在 PowerPoint 幻灯片放映中单击  •  备用：videos/drawing-teacher.mp4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现在已支持成功的固定模板仿真绘画。较早的铅笔实验并未被追溯改判为成功，新的 93/15 画笔契约也不能替代标准 61/14 部署。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BC/DAgger 已经以略高的精确率通过了相同的 40/40 基准。没有证据确立 PPO 带来改进、从零开始习得该技能或存在单因素因果解释。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actor 忽略颜色尾部观测 83:93；颜色和蘸取顺序由人工设计。不得将该系统描述为学习得到的颜色规划、视觉、任意绘画或自主漏蘸恢复。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画笔初始时已在嘴中。拾取、清洗、颜料混合、材料校准、真实伺服器安全和硬件迁移仍未经测试。装饰性刷毛并不是独立仿真的柔性刷毛。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 brush 数据种子 101 的失败尝试表明结果对种子敏感。使用不同种子重复该方案是一次实验，并不保证课堂运行会通过。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锚点验收仅限制所选训练观测上的动作漂移。它不是独立的泛化或绘画质量证书；40 回合 ONNX 套件提供了另一份独立证据。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本次课堂更新复用已有训练/评估产物及视频，没有重新训练。浏览器验证与未来任何模型重评估都必须独立跟踪。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建议的练习——并非实测结果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解释三种契约：标准 61/14、历史铅笔 83/15 和当前画笔 93/15。指出哪个被动柔顺坐标不是额外动作。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计算新的 PPO transitions：1 * 6144 * 8 = 49,152。解释为什么两个优化器 epoch、教师记录和接触行都不是额外的同策略仿真器 transitions。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追踪一次 approach -&gt; dip -&gt; paint 序列。区分人工设计的目标计划、学习得到的电机动作、实体颜料加载和基于接触的评分。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从八行 CSV 中读取 reward_mean、policy_gradient_loss、value_loss、approx_kl、clip_fraction、entropy_loss 和 anchor_max_drift。解释为什么 entropy_loss 不是熵，以及为什么 accepted_update 不是成功率曲线。</a:t>
            </a:r>
            <a:endParaRPr lang="en-US" sz="1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建议的练习——并非实测结果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提出一项受控变更：锚点限制、探索噪声或训练数据种子。保持 BC 基线、源代码哈希、评估条件和验收阈值不变；保留被拒绝的更新和失败运行。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 40/40 的 BC 和 PPO 表格。写出证据充分支持的最强结论，然后列出声称 PPO 改进了质量、能泛化到未见过的画作或能在实体机器人上工作所缺少的证据。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提交一个完整实验，而不只是一段视频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训练前：写下一个假设、要修改的参数、固定的基线、随机种子列表、验收标准，以及时间与转移数预算。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训练中：保存准确命令、环境版本、初始化方式、检查点，以及原始奖励、损失和 KL 指标。不得覆盖已有的参考运行。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训练后：使用相同随机种子评估冻结的导出策略；提交全部失败案例、汇总指标、完整轨迹视频和可追溯来源的结果表。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评分标准 / 10：可复现性 2；环境与奖励解释 2；PPO 与指标解读 2；如实验证 2；一个有证据依据的后续实验 2。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完整来源见备注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docs/drawing-case/brush/README.en.md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docs/drawing-case/brush/RESULTS.md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docs/drawing-case/brush/DIAGNOSIS.md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docs/drawing-case/brush/training.json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完整来源见备注  /  彩色鸭绘画：成功的 BRUSH-V2 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docs/microduck-training-student-book/chapters/02a-ppo-code-lab.md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docs/microduck-training-student-book/chapters/02b-gae-workshop.md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scripts/scenarios/README.md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README.md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Community education — not affiliated with Pollen Robotics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Microduck PPO 课堂：游泳小鸭绘画（简体中文）</dc:title>
  <dc:subject>基于仓库证据的 PPO 机器人训练：准备、环境、奖励、验证与结果</dc:subject>
  <dc:creator>Microduck Lab 课堂教材</dc:creator>
  <cp:lastModifiedBy>Microduck Lab classroom materials</cp:lastModifiedBy>
  <cp:revision>1</cp:revision>
  <dcterms:created xsi:type="dcterms:W3CDTF">2026-09-11T21:45:23Z</dcterms:created>
  <dcterms:modified xsi:type="dcterms:W3CDTF">2026-09-11T21:45:23Z</dcterms:modified>
</cp:coreProperties>
</file>